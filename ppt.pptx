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56f384c369229382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h56f384c369229382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56f384c369229382_1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h56f384c369229382_1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h56f384c369229382_1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h56f384c369229382_1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h56f384c369229382_1_2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3" name="Google Shape;643;h56f384c369229382_1_2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h56f384c369229382_1_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h56f384c369229382_1_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h56f384c369229382_1_4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8" name="Google Shape;808;h56f384c369229382_1_4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h56f384c369229382_1_5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0" name="Google Shape;890;h56f384c369229382_1_5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h56f384c369229382_1_6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2" name="Google Shape;972;h56f384c369229382_1_6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h56f384c369229382_1_6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4" name="Google Shape;1054;h56f384c369229382_1_6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h56f384c369229382_1_7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h56f384c369229382_1_7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h56f384c369229382_1_8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8" name="Google Shape;1218;h56f384c369229382_1_8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h56f384c369229382_1_9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0" name="Google Shape;1300;h56f384c369229382_1_9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h56f384c369229382_1_10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3" name="Google Shape;1383;h56f384c369229382_1_10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92583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232" y="2966411"/>
            <a:ext cx="12192000" cy="7080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Agent for Missing Person Information Management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798011" y="5632528"/>
            <a:ext cx="6579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Symbiosis Institute of Technology, Nagpur Campus</a:t>
            </a:r>
            <a:endParaRPr b="1" i="0" sz="18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33105" y="1565205"/>
            <a:ext cx="98535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 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68201" y="4003286"/>
            <a:ext cx="6390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Paarth Maheshwari (24070521050)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Sem: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lang="en-US" sz="20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Parag Naik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4232" y="6382984"/>
            <a:ext cx="12192000" cy="476250"/>
            <a:chOff x="0" y="6381750"/>
            <a:chExt cx="12192000" cy="476250"/>
          </a:xfrm>
        </p:grpSpPr>
        <p:sp>
          <p:nvSpPr>
            <p:cNvPr id="93" name="Google Shape;93;p13"/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" name="Google Shape;94;p13"/>
            <p:cNvGrpSpPr/>
            <p:nvPr/>
          </p:nvGrpSpPr>
          <p:grpSpPr>
            <a:xfrm>
              <a:off x="160089" y="6467143"/>
              <a:ext cx="4087748" cy="273466"/>
              <a:chOff x="4366684" y="2926127"/>
              <a:chExt cx="3278335" cy="2571063"/>
            </a:xfrm>
          </p:grpSpPr>
          <p:sp>
            <p:nvSpPr>
              <p:cNvPr id="95" name="Google Shape;95;p13"/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0" name="Google Shape;130;p13"/>
          <p:cNvGrpSpPr/>
          <p:nvPr/>
        </p:nvGrpSpPr>
        <p:grpSpPr>
          <a:xfrm>
            <a:off x="450920" y="6490548"/>
            <a:ext cx="4247655" cy="273466"/>
            <a:chOff x="4366684" y="2926127"/>
            <a:chExt cx="3278335" cy="2571063"/>
          </a:xfrm>
        </p:grpSpPr>
        <p:sp>
          <p:nvSpPr>
            <p:cNvPr id="131" name="Google Shape;131;p13"/>
            <p:cNvSpPr/>
            <p:nvPr/>
          </p:nvSpPr>
          <p:spPr>
            <a:xfrm>
              <a:off x="4744501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467662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5706626" y="2927282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5022376" y="2926994"/>
              <a:ext cx="75101" cy="2394576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487782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4559765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4433987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4366684" y="2927282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5957386" y="2926705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6024689" y="2926127"/>
              <a:ext cx="37550" cy="2567886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5890084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609199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7139759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7280788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7349773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7548511" y="2927282"/>
              <a:ext cx="41911" cy="2569908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748524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7616134" y="2926994"/>
              <a:ext cx="28885" cy="2567886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6838507" y="2926994"/>
              <a:ext cx="109764" cy="2394576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698099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065051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6754449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633491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6159871" y="2926127"/>
              <a:ext cx="37550" cy="2397464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6231712" y="2926127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6598401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6680669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6516134" y="2927282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6399205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5237391" y="2926127"/>
              <a:ext cx="144425" cy="2394576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5123269" y="2926994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5611343" y="2927282"/>
              <a:ext cx="72212" cy="2394576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5407259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5470252" y="2926994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5533244" y="2926127"/>
              <a:ext cx="37550" cy="2394576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66" name="Google Shape;1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21" y="190223"/>
            <a:ext cx="6879350" cy="9997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13"/>
          <p:cNvGrpSpPr/>
          <p:nvPr/>
        </p:nvGrpSpPr>
        <p:grpSpPr>
          <a:xfrm>
            <a:off x="4815395" y="6382131"/>
            <a:ext cx="7369479" cy="465286"/>
            <a:chOff x="4817758" y="6382984"/>
            <a:chExt cx="7369479" cy="465286"/>
          </a:xfrm>
        </p:grpSpPr>
        <p:sp>
          <p:nvSpPr>
            <p:cNvPr id="168" name="Google Shape;168;p13"/>
            <p:cNvSpPr/>
            <p:nvPr/>
          </p:nvSpPr>
          <p:spPr>
            <a:xfrm>
              <a:off x="4817758" y="6382984"/>
              <a:ext cx="7369479" cy="465286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9" name="Google Shape;169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73655" y="6397831"/>
              <a:ext cx="7281503" cy="417465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170" name="Google Shape;170;p13"/>
          <p:cNvSpPr txBox="1"/>
          <p:nvPr>
            <p:ph idx="12" type="sldNum"/>
          </p:nvPr>
        </p:nvSpPr>
        <p:spPr>
          <a:xfrm>
            <a:off x="9258300" y="64452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C55A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p14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78" name="Google Shape;178;p14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79" name="Google Shape;179;p14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80" name="Google Shape;180;p14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1" name="Google Shape;181;p14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2" name="Google Shape;182;p14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4" name="Google Shape;184;p14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5" name="Google Shape;185;p14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6" name="Google Shape;186;p14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7" name="Google Shape;187;p14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89" name="Google Shape;189;p14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0" name="Google Shape;190;p14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p14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3" name="Google Shape;193;p14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4" name="Google Shape;194;p14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6" name="Google Shape;196;p14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7" name="Google Shape;197;p14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8" name="Google Shape;198;p14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9" name="Google Shape;199;p14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0" name="Google Shape;200;p14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p14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p14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3" name="Google Shape;203;p14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4" name="Google Shape;204;p14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5" name="Google Shape;205;p14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6" name="Google Shape;206;p14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7" name="Google Shape;207;p14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p14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p14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p14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1" name="Google Shape;211;p14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2" name="Google Shape;212;p14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3" name="Google Shape;213;p14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15" name="Google Shape;215;p14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216" name="Google Shape;216;p14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1" name="Google Shape;251;p14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i="0" lang="en-US" sz="36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&lt;Relevant heading of the slide&gt;</a:t>
            </a:r>
            <a:endParaRPr b="1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7B7B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14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4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4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4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4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153751" y="1065634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Statements</a:t>
            </a:r>
            <a:endParaRPr b="0" i="0" sz="18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7416473" y="3434235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Initiatives / Objectives</a:t>
            </a:r>
            <a:endParaRPr b="1" i="0" sz="1800" u="none" cap="none" strike="noStrike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2375130" y="4808623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processes/Solutions</a:t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638600" y="2387425"/>
            <a:ext cx="4177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&amp; contrast alternative solution</a:t>
            </a:r>
            <a:endParaRPr b="0" i="0" sz="1800" u="none" cap="none" strike="noStrike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p14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273" name="Google Shape;273;p14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14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9890164" y="824365"/>
            <a:ext cx="21702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1. Presentation Flow</a:t>
            </a:r>
            <a:endParaRPr b="0" i="0" sz="1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4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/>
          <p:nvPr/>
        </p:nvSpPr>
        <p:spPr>
          <a:xfrm rot="5400000">
            <a:off x="5889960" y="4836525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 rot="-5400000">
            <a:off x="4609740" y="881816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C55A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1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290" name="Google Shape;290;p1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1" name="Google Shape;291;p1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292" name="Google Shape;292;p1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3" name="Google Shape;293;p1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4" name="Google Shape;294;p1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5" name="Google Shape;295;p1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6" name="Google Shape;296;p1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7" name="Google Shape;297;p1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8" name="Google Shape;298;p1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99" name="Google Shape;299;p1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0" name="Google Shape;300;p1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1" name="Google Shape;301;p1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2" name="Google Shape;302;p1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5" name="Google Shape;305;p1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6" name="Google Shape;306;p1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8" name="Google Shape;308;p1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9" name="Google Shape;309;p1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1" name="Google Shape;311;p1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2" name="Google Shape;312;p1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3" name="Google Shape;313;p1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4" name="Google Shape;314;p1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5" name="Google Shape;315;p1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6" name="Google Shape;316;p1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8" name="Google Shape;318;p1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19" name="Google Shape;319;p1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0" name="Google Shape;320;p1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1" name="Google Shape;321;p1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327" name="Google Shape;327;p1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328" name="Google Shape;328;p1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63" name="Google Shape;363;p15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i="0" lang="en-US" sz="36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&lt;Relevant heading of the slide&gt;</a:t>
            </a:r>
            <a:endParaRPr b="1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4815840" y="2149902"/>
            <a:ext cx="1280100" cy="128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6096000" y="2149902"/>
            <a:ext cx="1280100" cy="128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4815840" y="3432791"/>
            <a:ext cx="12801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6096000" y="3432791"/>
            <a:ext cx="1280100" cy="1282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7376160" y="2151266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7B7B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 rot="10800000">
            <a:off x="3123540" y="3434215"/>
            <a:ext cx="1692300" cy="1280100"/>
          </a:xfrm>
          <a:prstGeom prst="homePlate">
            <a:avLst>
              <a:gd fmla="val 36141" name="adj"/>
            </a:avLst>
          </a:prstGeom>
          <a:solidFill>
            <a:srgbClr val="2F54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15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>
            <a:off x="6096001" y="4715680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5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 rot="5400000">
            <a:off x="4068625" y="3964372"/>
            <a:ext cx="1280161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5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 rot="-5400000">
            <a:off x="6843215" y="2682848"/>
            <a:ext cx="1280159" cy="2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5"/>
          <p:cNvPicPr preferRelativeResize="0"/>
          <p:nvPr/>
        </p:nvPicPr>
        <p:blipFill rotWithShape="1">
          <a:blip r:embed="rId3">
            <a:alphaModFix/>
          </a:blip>
          <a:srcRect b="62941" l="0" r="0" t="0"/>
          <a:stretch/>
        </p:blipFill>
        <p:spPr>
          <a:xfrm rot="10800000">
            <a:off x="4815840" y="1934268"/>
            <a:ext cx="1280159" cy="21427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5"/>
          <p:cNvSpPr txBox="1"/>
          <p:nvPr/>
        </p:nvSpPr>
        <p:spPr>
          <a:xfrm>
            <a:off x="4815838" y="958648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7483294" y="2282149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6095999" y="4927086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3436733" y="3563674"/>
            <a:ext cx="128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6153801" y="1197297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Modeling and Algorithm</a:t>
            </a:r>
            <a:endParaRPr b="1" i="0" sz="1800" u="none" cap="none" strike="noStrike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C55A1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</a:t>
            </a:r>
            <a:endParaRPr b="1" i="0" sz="1800" u="none" cap="none" strike="noStrike">
              <a:solidFill>
                <a:srgbClr val="C55A1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7670550" y="3442100"/>
            <a:ext cx="3911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B7B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Project Features</a:t>
            </a:r>
            <a:endParaRPr b="1" i="0" sz="1800" u="none" cap="none" strike="noStrike">
              <a:solidFill>
                <a:srgbClr val="7B7B7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2543292" y="4924210"/>
            <a:ext cx="3610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Outcomes</a:t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1051201" y="2489600"/>
            <a:ext cx="4002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Developed Solution (Strengths &amp; Weaknesses)</a:t>
            </a:r>
            <a:endParaRPr b="0" i="0" sz="18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5133215" y="3730542"/>
            <a:ext cx="668336" cy="687388"/>
          </a:xfrm>
          <a:custGeom>
            <a:rect b="b" l="l" r="r" t="t"/>
            <a:pathLst>
              <a:path extrusionOk="0" h="3464" w="3366">
                <a:moveTo>
                  <a:pt x="1323" y="1647"/>
                </a:moveTo>
                <a:lnTo>
                  <a:pt x="1078" y="2244"/>
                </a:lnTo>
                <a:lnTo>
                  <a:pt x="1207" y="2372"/>
                </a:lnTo>
                <a:lnTo>
                  <a:pt x="1804" y="2131"/>
                </a:lnTo>
                <a:lnTo>
                  <a:pt x="1323" y="1647"/>
                </a:lnTo>
                <a:close/>
                <a:moveTo>
                  <a:pt x="1741" y="452"/>
                </a:moveTo>
                <a:lnTo>
                  <a:pt x="1741" y="927"/>
                </a:lnTo>
                <a:lnTo>
                  <a:pt x="1878" y="927"/>
                </a:lnTo>
                <a:lnTo>
                  <a:pt x="2041" y="763"/>
                </a:lnTo>
                <a:lnTo>
                  <a:pt x="1741" y="452"/>
                </a:lnTo>
                <a:close/>
                <a:moveTo>
                  <a:pt x="281" y="281"/>
                </a:moveTo>
                <a:lnTo>
                  <a:pt x="281" y="3183"/>
                </a:lnTo>
                <a:lnTo>
                  <a:pt x="2387" y="3183"/>
                </a:lnTo>
                <a:lnTo>
                  <a:pt x="2387" y="1716"/>
                </a:lnTo>
                <a:lnTo>
                  <a:pt x="2088" y="2014"/>
                </a:lnTo>
                <a:lnTo>
                  <a:pt x="2088" y="2021"/>
                </a:lnTo>
                <a:lnTo>
                  <a:pt x="2082" y="2021"/>
                </a:lnTo>
                <a:lnTo>
                  <a:pt x="1886" y="2215"/>
                </a:lnTo>
                <a:lnTo>
                  <a:pt x="1275" y="2463"/>
                </a:lnTo>
                <a:lnTo>
                  <a:pt x="2088" y="2463"/>
                </a:lnTo>
                <a:lnTo>
                  <a:pt x="2088" y="2604"/>
                </a:lnTo>
                <a:lnTo>
                  <a:pt x="580" y="2604"/>
                </a:lnTo>
                <a:lnTo>
                  <a:pt x="580" y="2463"/>
                </a:lnTo>
                <a:lnTo>
                  <a:pt x="870" y="2463"/>
                </a:lnTo>
                <a:lnTo>
                  <a:pt x="1052" y="2021"/>
                </a:lnTo>
                <a:lnTo>
                  <a:pt x="580" y="2021"/>
                </a:lnTo>
                <a:lnTo>
                  <a:pt x="580" y="1880"/>
                </a:lnTo>
                <a:lnTo>
                  <a:pt x="1110" y="1880"/>
                </a:lnTo>
                <a:lnTo>
                  <a:pt x="1238" y="1564"/>
                </a:lnTo>
                <a:lnTo>
                  <a:pt x="1366" y="1438"/>
                </a:lnTo>
                <a:lnTo>
                  <a:pt x="580" y="1438"/>
                </a:lnTo>
                <a:lnTo>
                  <a:pt x="580" y="1296"/>
                </a:lnTo>
                <a:lnTo>
                  <a:pt x="1506" y="1296"/>
                </a:lnTo>
                <a:lnTo>
                  <a:pt x="1666" y="1138"/>
                </a:lnTo>
                <a:lnTo>
                  <a:pt x="1532" y="1138"/>
                </a:lnTo>
                <a:lnTo>
                  <a:pt x="1532" y="281"/>
                </a:lnTo>
                <a:lnTo>
                  <a:pt x="281" y="281"/>
                </a:lnTo>
                <a:close/>
                <a:moveTo>
                  <a:pt x="0" y="0"/>
                </a:moveTo>
                <a:lnTo>
                  <a:pt x="1696" y="0"/>
                </a:lnTo>
                <a:lnTo>
                  <a:pt x="2241" y="565"/>
                </a:lnTo>
                <a:lnTo>
                  <a:pt x="2637" y="171"/>
                </a:lnTo>
                <a:lnTo>
                  <a:pt x="2661" y="150"/>
                </a:lnTo>
                <a:lnTo>
                  <a:pt x="2686" y="131"/>
                </a:lnTo>
                <a:lnTo>
                  <a:pt x="2712" y="117"/>
                </a:lnTo>
                <a:lnTo>
                  <a:pt x="2739" y="104"/>
                </a:lnTo>
                <a:lnTo>
                  <a:pt x="2765" y="97"/>
                </a:lnTo>
                <a:lnTo>
                  <a:pt x="2791" y="91"/>
                </a:lnTo>
                <a:lnTo>
                  <a:pt x="2816" y="90"/>
                </a:lnTo>
                <a:lnTo>
                  <a:pt x="2840" y="93"/>
                </a:lnTo>
                <a:lnTo>
                  <a:pt x="2863" y="100"/>
                </a:lnTo>
                <a:lnTo>
                  <a:pt x="2882" y="110"/>
                </a:lnTo>
                <a:lnTo>
                  <a:pt x="2900" y="125"/>
                </a:lnTo>
                <a:lnTo>
                  <a:pt x="3332" y="558"/>
                </a:lnTo>
                <a:lnTo>
                  <a:pt x="3347" y="578"/>
                </a:lnTo>
                <a:lnTo>
                  <a:pt x="3358" y="600"/>
                </a:lnTo>
                <a:lnTo>
                  <a:pt x="3364" y="626"/>
                </a:lnTo>
                <a:lnTo>
                  <a:pt x="3366" y="652"/>
                </a:lnTo>
                <a:lnTo>
                  <a:pt x="3363" y="680"/>
                </a:lnTo>
                <a:lnTo>
                  <a:pt x="3356" y="710"/>
                </a:lnTo>
                <a:lnTo>
                  <a:pt x="3344" y="739"/>
                </a:lnTo>
                <a:lnTo>
                  <a:pt x="3329" y="767"/>
                </a:lnTo>
                <a:lnTo>
                  <a:pt x="3310" y="796"/>
                </a:lnTo>
                <a:lnTo>
                  <a:pt x="3286" y="822"/>
                </a:lnTo>
                <a:lnTo>
                  <a:pt x="2668" y="1437"/>
                </a:lnTo>
                <a:lnTo>
                  <a:pt x="2668" y="3464"/>
                </a:lnTo>
                <a:lnTo>
                  <a:pt x="0" y="3464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5130834" y="2538361"/>
            <a:ext cx="673101" cy="503238"/>
          </a:xfrm>
          <a:custGeom>
            <a:rect b="b" l="l" r="r" t="t"/>
            <a:pathLst>
              <a:path extrusionOk="0" h="2540" w="3390">
                <a:moveTo>
                  <a:pt x="2622" y="1219"/>
                </a:moveTo>
                <a:lnTo>
                  <a:pt x="2561" y="1223"/>
                </a:lnTo>
                <a:lnTo>
                  <a:pt x="2503" y="1232"/>
                </a:lnTo>
                <a:lnTo>
                  <a:pt x="2447" y="1248"/>
                </a:lnTo>
                <a:lnTo>
                  <a:pt x="2394" y="1269"/>
                </a:lnTo>
                <a:lnTo>
                  <a:pt x="2343" y="1295"/>
                </a:lnTo>
                <a:lnTo>
                  <a:pt x="2296" y="1326"/>
                </a:lnTo>
                <a:lnTo>
                  <a:pt x="2252" y="1361"/>
                </a:lnTo>
                <a:lnTo>
                  <a:pt x="2212" y="1401"/>
                </a:lnTo>
                <a:lnTo>
                  <a:pt x="2176" y="1446"/>
                </a:lnTo>
                <a:lnTo>
                  <a:pt x="2144" y="1493"/>
                </a:lnTo>
                <a:lnTo>
                  <a:pt x="2118" y="1544"/>
                </a:lnTo>
                <a:lnTo>
                  <a:pt x="2097" y="1597"/>
                </a:lnTo>
                <a:lnTo>
                  <a:pt x="2082" y="1653"/>
                </a:lnTo>
                <a:lnTo>
                  <a:pt x="2073" y="1712"/>
                </a:lnTo>
                <a:lnTo>
                  <a:pt x="2070" y="1772"/>
                </a:lnTo>
                <a:lnTo>
                  <a:pt x="2073" y="1832"/>
                </a:lnTo>
                <a:lnTo>
                  <a:pt x="2082" y="1890"/>
                </a:lnTo>
                <a:lnTo>
                  <a:pt x="2097" y="1947"/>
                </a:lnTo>
                <a:lnTo>
                  <a:pt x="2118" y="1999"/>
                </a:lnTo>
                <a:lnTo>
                  <a:pt x="2144" y="2051"/>
                </a:lnTo>
                <a:lnTo>
                  <a:pt x="2176" y="2098"/>
                </a:lnTo>
                <a:lnTo>
                  <a:pt x="2212" y="2142"/>
                </a:lnTo>
                <a:lnTo>
                  <a:pt x="2252" y="2182"/>
                </a:lnTo>
                <a:lnTo>
                  <a:pt x="2296" y="2218"/>
                </a:lnTo>
                <a:lnTo>
                  <a:pt x="2343" y="2249"/>
                </a:lnTo>
                <a:lnTo>
                  <a:pt x="2394" y="2275"/>
                </a:lnTo>
                <a:lnTo>
                  <a:pt x="2447" y="2296"/>
                </a:lnTo>
                <a:lnTo>
                  <a:pt x="2503" y="2312"/>
                </a:lnTo>
                <a:lnTo>
                  <a:pt x="2561" y="2322"/>
                </a:lnTo>
                <a:lnTo>
                  <a:pt x="2622" y="2325"/>
                </a:lnTo>
                <a:lnTo>
                  <a:pt x="2682" y="2322"/>
                </a:lnTo>
                <a:lnTo>
                  <a:pt x="2740" y="2312"/>
                </a:lnTo>
                <a:lnTo>
                  <a:pt x="2795" y="2296"/>
                </a:lnTo>
                <a:lnTo>
                  <a:pt x="2849" y="2275"/>
                </a:lnTo>
                <a:lnTo>
                  <a:pt x="2900" y="2249"/>
                </a:lnTo>
                <a:lnTo>
                  <a:pt x="2947" y="2218"/>
                </a:lnTo>
                <a:lnTo>
                  <a:pt x="2991" y="2182"/>
                </a:lnTo>
                <a:lnTo>
                  <a:pt x="3031" y="2142"/>
                </a:lnTo>
                <a:lnTo>
                  <a:pt x="3067" y="2098"/>
                </a:lnTo>
                <a:lnTo>
                  <a:pt x="3098" y="2051"/>
                </a:lnTo>
                <a:lnTo>
                  <a:pt x="3125" y="1999"/>
                </a:lnTo>
                <a:lnTo>
                  <a:pt x="3146" y="1947"/>
                </a:lnTo>
                <a:lnTo>
                  <a:pt x="3161" y="1890"/>
                </a:lnTo>
                <a:lnTo>
                  <a:pt x="3170" y="1832"/>
                </a:lnTo>
                <a:lnTo>
                  <a:pt x="3173" y="1772"/>
                </a:lnTo>
                <a:lnTo>
                  <a:pt x="3170" y="1712"/>
                </a:lnTo>
                <a:lnTo>
                  <a:pt x="3161" y="1653"/>
                </a:lnTo>
                <a:lnTo>
                  <a:pt x="3146" y="1597"/>
                </a:lnTo>
                <a:lnTo>
                  <a:pt x="3125" y="1544"/>
                </a:lnTo>
                <a:lnTo>
                  <a:pt x="3098" y="1493"/>
                </a:lnTo>
                <a:lnTo>
                  <a:pt x="3067" y="1446"/>
                </a:lnTo>
                <a:lnTo>
                  <a:pt x="3031" y="1401"/>
                </a:lnTo>
                <a:lnTo>
                  <a:pt x="2991" y="1361"/>
                </a:lnTo>
                <a:lnTo>
                  <a:pt x="2947" y="1326"/>
                </a:lnTo>
                <a:lnTo>
                  <a:pt x="2900" y="1295"/>
                </a:lnTo>
                <a:lnTo>
                  <a:pt x="2849" y="1269"/>
                </a:lnTo>
                <a:lnTo>
                  <a:pt x="2795" y="1248"/>
                </a:lnTo>
                <a:lnTo>
                  <a:pt x="2740" y="1232"/>
                </a:lnTo>
                <a:lnTo>
                  <a:pt x="2682" y="1223"/>
                </a:lnTo>
                <a:lnTo>
                  <a:pt x="2622" y="1219"/>
                </a:lnTo>
                <a:close/>
                <a:moveTo>
                  <a:pt x="767" y="1219"/>
                </a:moveTo>
                <a:lnTo>
                  <a:pt x="707" y="1223"/>
                </a:lnTo>
                <a:lnTo>
                  <a:pt x="649" y="1232"/>
                </a:lnTo>
                <a:lnTo>
                  <a:pt x="593" y="1248"/>
                </a:lnTo>
                <a:lnTo>
                  <a:pt x="540" y="1269"/>
                </a:lnTo>
                <a:lnTo>
                  <a:pt x="489" y="1295"/>
                </a:lnTo>
                <a:lnTo>
                  <a:pt x="441" y="1326"/>
                </a:lnTo>
                <a:lnTo>
                  <a:pt x="398" y="1361"/>
                </a:lnTo>
                <a:lnTo>
                  <a:pt x="358" y="1401"/>
                </a:lnTo>
                <a:lnTo>
                  <a:pt x="322" y="1446"/>
                </a:lnTo>
                <a:lnTo>
                  <a:pt x="290" y="1493"/>
                </a:lnTo>
                <a:lnTo>
                  <a:pt x="264" y="1544"/>
                </a:lnTo>
                <a:lnTo>
                  <a:pt x="243" y="1597"/>
                </a:lnTo>
                <a:lnTo>
                  <a:pt x="228" y="1653"/>
                </a:lnTo>
                <a:lnTo>
                  <a:pt x="219" y="1712"/>
                </a:lnTo>
                <a:lnTo>
                  <a:pt x="216" y="1772"/>
                </a:lnTo>
                <a:lnTo>
                  <a:pt x="219" y="1832"/>
                </a:lnTo>
                <a:lnTo>
                  <a:pt x="228" y="1890"/>
                </a:lnTo>
                <a:lnTo>
                  <a:pt x="243" y="1947"/>
                </a:lnTo>
                <a:lnTo>
                  <a:pt x="264" y="1999"/>
                </a:lnTo>
                <a:lnTo>
                  <a:pt x="290" y="2051"/>
                </a:lnTo>
                <a:lnTo>
                  <a:pt x="322" y="2098"/>
                </a:lnTo>
                <a:lnTo>
                  <a:pt x="358" y="2142"/>
                </a:lnTo>
                <a:lnTo>
                  <a:pt x="398" y="2182"/>
                </a:lnTo>
                <a:lnTo>
                  <a:pt x="441" y="2218"/>
                </a:lnTo>
                <a:lnTo>
                  <a:pt x="489" y="2249"/>
                </a:lnTo>
                <a:lnTo>
                  <a:pt x="540" y="2275"/>
                </a:lnTo>
                <a:lnTo>
                  <a:pt x="593" y="2296"/>
                </a:lnTo>
                <a:lnTo>
                  <a:pt x="649" y="2312"/>
                </a:lnTo>
                <a:lnTo>
                  <a:pt x="707" y="2322"/>
                </a:lnTo>
                <a:lnTo>
                  <a:pt x="767" y="2325"/>
                </a:lnTo>
                <a:lnTo>
                  <a:pt x="828" y="2322"/>
                </a:lnTo>
                <a:lnTo>
                  <a:pt x="886" y="2312"/>
                </a:lnTo>
                <a:lnTo>
                  <a:pt x="942" y="2296"/>
                </a:lnTo>
                <a:lnTo>
                  <a:pt x="995" y="2275"/>
                </a:lnTo>
                <a:lnTo>
                  <a:pt x="1046" y="2249"/>
                </a:lnTo>
                <a:lnTo>
                  <a:pt x="1093" y="2218"/>
                </a:lnTo>
                <a:lnTo>
                  <a:pt x="1137" y="2182"/>
                </a:lnTo>
                <a:lnTo>
                  <a:pt x="1177" y="2142"/>
                </a:lnTo>
                <a:lnTo>
                  <a:pt x="1213" y="2098"/>
                </a:lnTo>
                <a:lnTo>
                  <a:pt x="1245" y="2051"/>
                </a:lnTo>
                <a:lnTo>
                  <a:pt x="1271" y="1999"/>
                </a:lnTo>
                <a:lnTo>
                  <a:pt x="1292" y="1947"/>
                </a:lnTo>
                <a:lnTo>
                  <a:pt x="1307" y="1890"/>
                </a:lnTo>
                <a:lnTo>
                  <a:pt x="1316" y="1832"/>
                </a:lnTo>
                <a:lnTo>
                  <a:pt x="1319" y="1772"/>
                </a:lnTo>
                <a:lnTo>
                  <a:pt x="1316" y="1712"/>
                </a:lnTo>
                <a:lnTo>
                  <a:pt x="1307" y="1653"/>
                </a:lnTo>
                <a:lnTo>
                  <a:pt x="1292" y="1597"/>
                </a:lnTo>
                <a:lnTo>
                  <a:pt x="1271" y="1544"/>
                </a:lnTo>
                <a:lnTo>
                  <a:pt x="1245" y="1493"/>
                </a:lnTo>
                <a:lnTo>
                  <a:pt x="1213" y="1446"/>
                </a:lnTo>
                <a:lnTo>
                  <a:pt x="1177" y="1401"/>
                </a:lnTo>
                <a:lnTo>
                  <a:pt x="1137" y="1361"/>
                </a:lnTo>
                <a:lnTo>
                  <a:pt x="1093" y="1326"/>
                </a:lnTo>
                <a:lnTo>
                  <a:pt x="1046" y="1295"/>
                </a:lnTo>
                <a:lnTo>
                  <a:pt x="995" y="1269"/>
                </a:lnTo>
                <a:lnTo>
                  <a:pt x="942" y="1248"/>
                </a:lnTo>
                <a:lnTo>
                  <a:pt x="886" y="1232"/>
                </a:lnTo>
                <a:lnTo>
                  <a:pt x="828" y="1223"/>
                </a:lnTo>
                <a:lnTo>
                  <a:pt x="767" y="1219"/>
                </a:lnTo>
                <a:close/>
                <a:moveTo>
                  <a:pt x="1695" y="886"/>
                </a:moveTo>
                <a:lnTo>
                  <a:pt x="1647" y="887"/>
                </a:lnTo>
                <a:lnTo>
                  <a:pt x="1599" y="891"/>
                </a:lnTo>
                <a:lnTo>
                  <a:pt x="1556" y="896"/>
                </a:lnTo>
                <a:lnTo>
                  <a:pt x="1514" y="905"/>
                </a:lnTo>
                <a:lnTo>
                  <a:pt x="1476" y="915"/>
                </a:lnTo>
                <a:lnTo>
                  <a:pt x="1442" y="927"/>
                </a:lnTo>
                <a:lnTo>
                  <a:pt x="1412" y="941"/>
                </a:lnTo>
                <a:lnTo>
                  <a:pt x="1387" y="956"/>
                </a:lnTo>
                <a:lnTo>
                  <a:pt x="1366" y="973"/>
                </a:lnTo>
                <a:lnTo>
                  <a:pt x="1350" y="991"/>
                </a:lnTo>
                <a:lnTo>
                  <a:pt x="1340" y="1009"/>
                </a:lnTo>
                <a:lnTo>
                  <a:pt x="1337" y="1029"/>
                </a:lnTo>
                <a:lnTo>
                  <a:pt x="1340" y="1048"/>
                </a:lnTo>
                <a:lnTo>
                  <a:pt x="1350" y="1067"/>
                </a:lnTo>
                <a:lnTo>
                  <a:pt x="1366" y="1085"/>
                </a:lnTo>
                <a:lnTo>
                  <a:pt x="1387" y="1100"/>
                </a:lnTo>
                <a:lnTo>
                  <a:pt x="1412" y="1116"/>
                </a:lnTo>
                <a:lnTo>
                  <a:pt x="1442" y="1130"/>
                </a:lnTo>
                <a:lnTo>
                  <a:pt x="1476" y="1143"/>
                </a:lnTo>
                <a:lnTo>
                  <a:pt x="1514" y="1152"/>
                </a:lnTo>
                <a:lnTo>
                  <a:pt x="1556" y="1160"/>
                </a:lnTo>
                <a:lnTo>
                  <a:pt x="1599" y="1167"/>
                </a:lnTo>
                <a:lnTo>
                  <a:pt x="1647" y="1171"/>
                </a:lnTo>
                <a:lnTo>
                  <a:pt x="1695" y="1172"/>
                </a:lnTo>
                <a:lnTo>
                  <a:pt x="1743" y="1171"/>
                </a:lnTo>
                <a:lnTo>
                  <a:pt x="1790" y="1167"/>
                </a:lnTo>
                <a:lnTo>
                  <a:pt x="1834" y="1160"/>
                </a:lnTo>
                <a:lnTo>
                  <a:pt x="1875" y="1152"/>
                </a:lnTo>
                <a:lnTo>
                  <a:pt x="1913" y="1143"/>
                </a:lnTo>
                <a:lnTo>
                  <a:pt x="1947" y="1130"/>
                </a:lnTo>
                <a:lnTo>
                  <a:pt x="1978" y="1116"/>
                </a:lnTo>
                <a:lnTo>
                  <a:pt x="2003" y="1100"/>
                </a:lnTo>
                <a:lnTo>
                  <a:pt x="2024" y="1085"/>
                </a:lnTo>
                <a:lnTo>
                  <a:pt x="2039" y="1067"/>
                </a:lnTo>
                <a:lnTo>
                  <a:pt x="2048" y="1048"/>
                </a:lnTo>
                <a:lnTo>
                  <a:pt x="2052" y="1029"/>
                </a:lnTo>
                <a:lnTo>
                  <a:pt x="2048" y="1009"/>
                </a:lnTo>
                <a:lnTo>
                  <a:pt x="2039" y="991"/>
                </a:lnTo>
                <a:lnTo>
                  <a:pt x="2024" y="973"/>
                </a:lnTo>
                <a:lnTo>
                  <a:pt x="2003" y="956"/>
                </a:lnTo>
                <a:lnTo>
                  <a:pt x="1978" y="941"/>
                </a:lnTo>
                <a:lnTo>
                  <a:pt x="1947" y="927"/>
                </a:lnTo>
                <a:lnTo>
                  <a:pt x="1913" y="915"/>
                </a:lnTo>
                <a:lnTo>
                  <a:pt x="1875" y="905"/>
                </a:lnTo>
                <a:lnTo>
                  <a:pt x="1834" y="896"/>
                </a:lnTo>
                <a:lnTo>
                  <a:pt x="1790" y="891"/>
                </a:lnTo>
                <a:lnTo>
                  <a:pt x="1743" y="887"/>
                </a:lnTo>
                <a:lnTo>
                  <a:pt x="1695" y="886"/>
                </a:lnTo>
                <a:close/>
                <a:moveTo>
                  <a:pt x="2260" y="260"/>
                </a:moveTo>
                <a:lnTo>
                  <a:pt x="2211" y="261"/>
                </a:lnTo>
                <a:lnTo>
                  <a:pt x="2164" y="268"/>
                </a:lnTo>
                <a:lnTo>
                  <a:pt x="2121" y="278"/>
                </a:lnTo>
                <a:lnTo>
                  <a:pt x="2080" y="294"/>
                </a:lnTo>
                <a:lnTo>
                  <a:pt x="2043" y="315"/>
                </a:lnTo>
                <a:lnTo>
                  <a:pt x="2008" y="340"/>
                </a:lnTo>
                <a:lnTo>
                  <a:pt x="1977" y="371"/>
                </a:lnTo>
                <a:lnTo>
                  <a:pt x="1950" y="406"/>
                </a:lnTo>
                <a:lnTo>
                  <a:pt x="1944" y="417"/>
                </a:lnTo>
                <a:lnTo>
                  <a:pt x="1943" y="429"/>
                </a:lnTo>
                <a:lnTo>
                  <a:pt x="1945" y="441"/>
                </a:lnTo>
                <a:lnTo>
                  <a:pt x="1951" y="452"/>
                </a:lnTo>
                <a:lnTo>
                  <a:pt x="1960" y="461"/>
                </a:lnTo>
                <a:lnTo>
                  <a:pt x="1972" y="467"/>
                </a:lnTo>
                <a:lnTo>
                  <a:pt x="1983" y="469"/>
                </a:lnTo>
                <a:lnTo>
                  <a:pt x="1996" y="467"/>
                </a:lnTo>
                <a:lnTo>
                  <a:pt x="2007" y="460"/>
                </a:lnTo>
                <a:lnTo>
                  <a:pt x="2016" y="451"/>
                </a:lnTo>
                <a:lnTo>
                  <a:pt x="2040" y="421"/>
                </a:lnTo>
                <a:lnTo>
                  <a:pt x="2068" y="396"/>
                </a:lnTo>
                <a:lnTo>
                  <a:pt x="2099" y="375"/>
                </a:lnTo>
                <a:lnTo>
                  <a:pt x="2134" y="359"/>
                </a:lnTo>
                <a:lnTo>
                  <a:pt x="2172" y="349"/>
                </a:lnTo>
                <a:lnTo>
                  <a:pt x="2212" y="342"/>
                </a:lnTo>
                <a:lnTo>
                  <a:pt x="2256" y="340"/>
                </a:lnTo>
                <a:lnTo>
                  <a:pt x="2283" y="342"/>
                </a:lnTo>
                <a:lnTo>
                  <a:pt x="2308" y="344"/>
                </a:lnTo>
                <a:lnTo>
                  <a:pt x="2333" y="349"/>
                </a:lnTo>
                <a:lnTo>
                  <a:pt x="2354" y="353"/>
                </a:lnTo>
                <a:lnTo>
                  <a:pt x="2371" y="357"/>
                </a:lnTo>
                <a:lnTo>
                  <a:pt x="2387" y="361"/>
                </a:lnTo>
                <a:lnTo>
                  <a:pt x="2399" y="366"/>
                </a:lnTo>
                <a:lnTo>
                  <a:pt x="2406" y="368"/>
                </a:lnTo>
                <a:lnTo>
                  <a:pt x="2409" y="369"/>
                </a:lnTo>
                <a:lnTo>
                  <a:pt x="2422" y="372"/>
                </a:lnTo>
                <a:lnTo>
                  <a:pt x="2435" y="371"/>
                </a:lnTo>
                <a:lnTo>
                  <a:pt x="2446" y="366"/>
                </a:lnTo>
                <a:lnTo>
                  <a:pt x="2455" y="357"/>
                </a:lnTo>
                <a:lnTo>
                  <a:pt x="2462" y="346"/>
                </a:lnTo>
                <a:lnTo>
                  <a:pt x="2464" y="333"/>
                </a:lnTo>
                <a:lnTo>
                  <a:pt x="2463" y="321"/>
                </a:lnTo>
                <a:lnTo>
                  <a:pt x="2458" y="310"/>
                </a:lnTo>
                <a:lnTo>
                  <a:pt x="2450" y="300"/>
                </a:lnTo>
                <a:lnTo>
                  <a:pt x="2439" y="294"/>
                </a:lnTo>
                <a:lnTo>
                  <a:pt x="2435" y="292"/>
                </a:lnTo>
                <a:lnTo>
                  <a:pt x="2426" y="289"/>
                </a:lnTo>
                <a:lnTo>
                  <a:pt x="2413" y="284"/>
                </a:lnTo>
                <a:lnTo>
                  <a:pt x="2395" y="280"/>
                </a:lnTo>
                <a:lnTo>
                  <a:pt x="2374" y="275"/>
                </a:lnTo>
                <a:lnTo>
                  <a:pt x="2349" y="270"/>
                </a:lnTo>
                <a:lnTo>
                  <a:pt x="2322" y="266"/>
                </a:lnTo>
                <a:lnTo>
                  <a:pt x="2292" y="261"/>
                </a:lnTo>
                <a:lnTo>
                  <a:pt x="2260" y="260"/>
                </a:lnTo>
                <a:close/>
                <a:moveTo>
                  <a:pt x="1130" y="260"/>
                </a:moveTo>
                <a:lnTo>
                  <a:pt x="1097" y="261"/>
                </a:lnTo>
                <a:lnTo>
                  <a:pt x="1068" y="266"/>
                </a:lnTo>
                <a:lnTo>
                  <a:pt x="1041" y="270"/>
                </a:lnTo>
                <a:lnTo>
                  <a:pt x="1015" y="275"/>
                </a:lnTo>
                <a:lnTo>
                  <a:pt x="994" y="280"/>
                </a:lnTo>
                <a:lnTo>
                  <a:pt x="976" y="284"/>
                </a:lnTo>
                <a:lnTo>
                  <a:pt x="964" y="289"/>
                </a:lnTo>
                <a:lnTo>
                  <a:pt x="954" y="292"/>
                </a:lnTo>
                <a:lnTo>
                  <a:pt x="951" y="294"/>
                </a:lnTo>
                <a:lnTo>
                  <a:pt x="940" y="300"/>
                </a:lnTo>
                <a:lnTo>
                  <a:pt x="931" y="310"/>
                </a:lnTo>
                <a:lnTo>
                  <a:pt x="927" y="321"/>
                </a:lnTo>
                <a:lnTo>
                  <a:pt x="925" y="333"/>
                </a:lnTo>
                <a:lnTo>
                  <a:pt x="928" y="346"/>
                </a:lnTo>
                <a:lnTo>
                  <a:pt x="934" y="357"/>
                </a:lnTo>
                <a:lnTo>
                  <a:pt x="944" y="366"/>
                </a:lnTo>
                <a:lnTo>
                  <a:pt x="955" y="371"/>
                </a:lnTo>
                <a:lnTo>
                  <a:pt x="968" y="372"/>
                </a:lnTo>
                <a:lnTo>
                  <a:pt x="981" y="369"/>
                </a:lnTo>
                <a:lnTo>
                  <a:pt x="983" y="368"/>
                </a:lnTo>
                <a:lnTo>
                  <a:pt x="990" y="366"/>
                </a:lnTo>
                <a:lnTo>
                  <a:pt x="1002" y="362"/>
                </a:lnTo>
                <a:lnTo>
                  <a:pt x="1016" y="358"/>
                </a:lnTo>
                <a:lnTo>
                  <a:pt x="1034" y="353"/>
                </a:lnTo>
                <a:lnTo>
                  <a:pt x="1055" y="349"/>
                </a:lnTo>
                <a:lnTo>
                  <a:pt x="1078" y="346"/>
                </a:lnTo>
                <a:lnTo>
                  <a:pt x="1103" y="342"/>
                </a:lnTo>
                <a:lnTo>
                  <a:pt x="1130" y="341"/>
                </a:lnTo>
                <a:lnTo>
                  <a:pt x="1157" y="341"/>
                </a:lnTo>
                <a:lnTo>
                  <a:pt x="1186" y="343"/>
                </a:lnTo>
                <a:lnTo>
                  <a:pt x="1215" y="348"/>
                </a:lnTo>
                <a:lnTo>
                  <a:pt x="1244" y="356"/>
                </a:lnTo>
                <a:lnTo>
                  <a:pt x="1272" y="367"/>
                </a:lnTo>
                <a:lnTo>
                  <a:pt x="1300" y="381"/>
                </a:lnTo>
                <a:lnTo>
                  <a:pt x="1326" y="400"/>
                </a:lnTo>
                <a:lnTo>
                  <a:pt x="1351" y="423"/>
                </a:lnTo>
                <a:lnTo>
                  <a:pt x="1373" y="451"/>
                </a:lnTo>
                <a:lnTo>
                  <a:pt x="1382" y="460"/>
                </a:lnTo>
                <a:lnTo>
                  <a:pt x="1394" y="467"/>
                </a:lnTo>
                <a:lnTo>
                  <a:pt x="1407" y="469"/>
                </a:lnTo>
                <a:lnTo>
                  <a:pt x="1418" y="467"/>
                </a:lnTo>
                <a:lnTo>
                  <a:pt x="1430" y="461"/>
                </a:lnTo>
                <a:lnTo>
                  <a:pt x="1439" y="452"/>
                </a:lnTo>
                <a:lnTo>
                  <a:pt x="1445" y="441"/>
                </a:lnTo>
                <a:lnTo>
                  <a:pt x="1447" y="429"/>
                </a:lnTo>
                <a:lnTo>
                  <a:pt x="1446" y="416"/>
                </a:lnTo>
                <a:lnTo>
                  <a:pt x="1439" y="404"/>
                </a:lnTo>
                <a:lnTo>
                  <a:pt x="1412" y="370"/>
                </a:lnTo>
                <a:lnTo>
                  <a:pt x="1381" y="340"/>
                </a:lnTo>
                <a:lnTo>
                  <a:pt x="1347" y="315"/>
                </a:lnTo>
                <a:lnTo>
                  <a:pt x="1309" y="294"/>
                </a:lnTo>
                <a:lnTo>
                  <a:pt x="1269" y="278"/>
                </a:lnTo>
                <a:lnTo>
                  <a:pt x="1225" y="268"/>
                </a:lnTo>
                <a:lnTo>
                  <a:pt x="1178" y="261"/>
                </a:lnTo>
                <a:lnTo>
                  <a:pt x="1130" y="260"/>
                </a:lnTo>
                <a:close/>
                <a:moveTo>
                  <a:pt x="1249" y="0"/>
                </a:moveTo>
                <a:lnTo>
                  <a:pt x="1288" y="3"/>
                </a:lnTo>
                <a:lnTo>
                  <a:pt x="1326" y="12"/>
                </a:lnTo>
                <a:lnTo>
                  <a:pt x="1361" y="25"/>
                </a:lnTo>
                <a:lnTo>
                  <a:pt x="1394" y="44"/>
                </a:lnTo>
                <a:lnTo>
                  <a:pt x="1424" y="67"/>
                </a:lnTo>
                <a:lnTo>
                  <a:pt x="1449" y="92"/>
                </a:lnTo>
                <a:lnTo>
                  <a:pt x="1470" y="121"/>
                </a:lnTo>
                <a:lnTo>
                  <a:pt x="1485" y="153"/>
                </a:lnTo>
                <a:lnTo>
                  <a:pt x="1494" y="186"/>
                </a:lnTo>
                <a:lnTo>
                  <a:pt x="1495" y="194"/>
                </a:lnTo>
                <a:lnTo>
                  <a:pt x="1496" y="209"/>
                </a:lnTo>
                <a:lnTo>
                  <a:pt x="1498" y="230"/>
                </a:lnTo>
                <a:lnTo>
                  <a:pt x="1500" y="257"/>
                </a:lnTo>
                <a:lnTo>
                  <a:pt x="1502" y="289"/>
                </a:lnTo>
                <a:lnTo>
                  <a:pt x="1505" y="324"/>
                </a:lnTo>
                <a:lnTo>
                  <a:pt x="1508" y="364"/>
                </a:lnTo>
                <a:lnTo>
                  <a:pt x="1511" y="406"/>
                </a:lnTo>
                <a:lnTo>
                  <a:pt x="1513" y="450"/>
                </a:lnTo>
                <a:lnTo>
                  <a:pt x="1516" y="494"/>
                </a:lnTo>
                <a:lnTo>
                  <a:pt x="1519" y="539"/>
                </a:lnTo>
                <a:lnTo>
                  <a:pt x="1521" y="583"/>
                </a:lnTo>
                <a:lnTo>
                  <a:pt x="1525" y="626"/>
                </a:lnTo>
                <a:lnTo>
                  <a:pt x="1527" y="667"/>
                </a:lnTo>
                <a:lnTo>
                  <a:pt x="1529" y="705"/>
                </a:lnTo>
                <a:lnTo>
                  <a:pt x="1547" y="703"/>
                </a:lnTo>
                <a:lnTo>
                  <a:pt x="1561" y="699"/>
                </a:lnTo>
                <a:lnTo>
                  <a:pt x="1573" y="693"/>
                </a:lnTo>
                <a:lnTo>
                  <a:pt x="1582" y="685"/>
                </a:lnTo>
                <a:lnTo>
                  <a:pt x="1591" y="675"/>
                </a:lnTo>
                <a:lnTo>
                  <a:pt x="1599" y="665"/>
                </a:lnTo>
                <a:lnTo>
                  <a:pt x="1607" y="652"/>
                </a:lnTo>
                <a:lnTo>
                  <a:pt x="1615" y="639"/>
                </a:lnTo>
                <a:lnTo>
                  <a:pt x="1626" y="626"/>
                </a:lnTo>
                <a:lnTo>
                  <a:pt x="1638" y="613"/>
                </a:lnTo>
                <a:lnTo>
                  <a:pt x="1643" y="610"/>
                </a:lnTo>
                <a:lnTo>
                  <a:pt x="1654" y="609"/>
                </a:lnTo>
                <a:lnTo>
                  <a:pt x="1669" y="607"/>
                </a:lnTo>
                <a:lnTo>
                  <a:pt x="1685" y="607"/>
                </a:lnTo>
                <a:lnTo>
                  <a:pt x="1703" y="607"/>
                </a:lnTo>
                <a:lnTo>
                  <a:pt x="1720" y="607"/>
                </a:lnTo>
                <a:lnTo>
                  <a:pt x="1735" y="609"/>
                </a:lnTo>
                <a:lnTo>
                  <a:pt x="1745" y="610"/>
                </a:lnTo>
                <a:lnTo>
                  <a:pt x="1752" y="613"/>
                </a:lnTo>
                <a:lnTo>
                  <a:pt x="1764" y="626"/>
                </a:lnTo>
                <a:lnTo>
                  <a:pt x="1774" y="639"/>
                </a:lnTo>
                <a:lnTo>
                  <a:pt x="1782" y="652"/>
                </a:lnTo>
                <a:lnTo>
                  <a:pt x="1791" y="665"/>
                </a:lnTo>
                <a:lnTo>
                  <a:pt x="1798" y="675"/>
                </a:lnTo>
                <a:lnTo>
                  <a:pt x="1806" y="685"/>
                </a:lnTo>
                <a:lnTo>
                  <a:pt x="1816" y="693"/>
                </a:lnTo>
                <a:lnTo>
                  <a:pt x="1828" y="699"/>
                </a:lnTo>
                <a:lnTo>
                  <a:pt x="1842" y="703"/>
                </a:lnTo>
                <a:lnTo>
                  <a:pt x="1860" y="705"/>
                </a:lnTo>
                <a:lnTo>
                  <a:pt x="1862" y="667"/>
                </a:lnTo>
                <a:lnTo>
                  <a:pt x="1865" y="626"/>
                </a:lnTo>
                <a:lnTo>
                  <a:pt x="1868" y="583"/>
                </a:lnTo>
                <a:lnTo>
                  <a:pt x="1871" y="539"/>
                </a:lnTo>
                <a:lnTo>
                  <a:pt x="1873" y="494"/>
                </a:lnTo>
                <a:lnTo>
                  <a:pt x="1876" y="450"/>
                </a:lnTo>
                <a:lnTo>
                  <a:pt x="1879" y="406"/>
                </a:lnTo>
                <a:lnTo>
                  <a:pt x="1881" y="364"/>
                </a:lnTo>
                <a:lnTo>
                  <a:pt x="1884" y="324"/>
                </a:lnTo>
                <a:lnTo>
                  <a:pt x="1886" y="289"/>
                </a:lnTo>
                <a:lnTo>
                  <a:pt x="1889" y="257"/>
                </a:lnTo>
                <a:lnTo>
                  <a:pt x="1891" y="230"/>
                </a:lnTo>
                <a:lnTo>
                  <a:pt x="1893" y="209"/>
                </a:lnTo>
                <a:lnTo>
                  <a:pt x="1894" y="194"/>
                </a:lnTo>
                <a:lnTo>
                  <a:pt x="1895" y="186"/>
                </a:lnTo>
                <a:lnTo>
                  <a:pt x="1904" y="153"/>
                </a:lnTo>
                <a:lnTo>
                  <a:pt x="1920" y="121"/>
                </a:lnTo>
                <a:lnTo>
                  <a:pt x="1940" y="92"/>
                </a:lnTo>
                <a:lnTo>
                  <a:pt x="1965" y="67"/>
                </a:lnTo>
                <a:lnTo>
                  <a:pt x="1995" y="44"/>
                </a:lnTo>
                <a:lnTo>
                  <a:pt x="2028" y="25"/>
                </a:lnTo>
                <a:lnTo>
                  <a:pt x="2063" y="12"/>
                </a:lnTo>
                <a:lnTo>
                  <a:pt x="2101" y="3"/>
                </a:lnTo>
                <a:lnTo>
                  <a:pt x="2140" y="0"/>
                </a:lnTo>
                <a:lnTo>
                  <a:pt x="2166" y="1"/>
                </a:lnTo>
                <a:lnTo>
                  <a:pt x="2192" y="5"/>
                </a:lnTo>
                <a:lnTo>
                  <a:pt x="2217" y="12"/>
                </a:lnTo>
                <a:lnTo>
                  <a:pt x="2241" y="21"/>
                </a:lnTo>
                <a:lnTo>
                  <a:pt x="2265" y="34"/>
                </a:lnTo>
                <a:lnTo>
                  <a:pt x="2289" y="50"/>
                </a:lnTo>
                <a:lnTo>
                  <a:pt x="2315" y="70"/>
                </a:lnTo>
                <a:lnTo>
                  <a:pt x="2340" y="94"/>
                </a:lnTo>
                <a:lnTo>
                  <a:pt x="2367" y="122"/>
                </a:lnTo>
                <a:lnTo>
                  <a:pt x="2396" y="155"/>
                </a:lnTo>
                <a:lnTo>
                  <a:pt x="2426" y="193"/>
                </a:lnTo>
                <a:lnTo>
                  <a:pt x="2458" y="235"/>
                </a:lnTo>
                <a:lnTo>
                  <a:pt x="2494" y="283"/>
                </a:lnTo>
                <a:lnTo>
                  <a:pt x="2501" y="294"/>
                </a:lnTo>
                <a:lnTo>
                  <a:pt x="2511" y="310"/>
                </a:lnTo>
                <a:lnTo>
                  <a:pt x="2525" y="329"/>
                </a:lnTo>
                <a:lnTo>
                  <a:pt x="2542" y="352"/>
                </a:lnTo>
                <a:lnTo>
                  <a:pt x="2561" y="379"/>
                </a:lnTo>
                <a:lnTo>
                  <a:pt x="2582" y="410"/>
                </a:lnTo>
                <a:lnTo>
                  <a:pt x="2605" y="442"/>
                </a:lnTo>
                <a:lnTo>
                  <a:pt x="2631" y="479"/>
                </a:lnTo>
                <a:lnTo>
                  <a:pt x="2658" y="517"/>
                </a:lnTo>
                <a:lnTo>
                  <a:pt x="2686" y="558"/>
                </a:lnTo>
                <a:lnTo>
                  <a:pt x="2717" y="600"/>
                </a:lnTo>
                <a:lnTo>
                  <a:pt x="2747" y="645"/>
                </a:lnTo>
                <a:lnTo>
                  <a:pt x="2779" y="690"/>
                </a:lnTo>
                <a:lnTo>
                  <a:pt x="2811" y="736"/>
                </a:lnTo>
                <a:lnTo>
                  <a:pt x="2844" y="783"/>
                </a:lnTo>
                <a:lnTo>
                  <a:pt x="2878" y="831"/>
                </a:lnTo>
                <a:lnTo>
                  <a:pt x="2910" y="878"/>
                </a:lnTo>
                <a:lnTo>
                  <a:pt x="2944" y="925"/>
                </a:lnTo>
                <a:lnTo>
                  <a:pt x="2976" y="972"/>
                </a:lnTo>
                <a:lnTo>
                  <a:pt x="3008" y="1017"/>
                </a:lnTo>
                <a:lnTo>
                  <a:pt x="3040" y="1062"/>
                </a:lnTo>
                <a:lnTo>
                  <a:pt x="3070" y="1106"/>
                </a:lnTo>
                <a:lnTo>
                  <a:pt x="3098" y="1147"/>
                </a:lnTo>
                <a:lnTo>
                  <a:pt x="3126" y="1187"/>
                </a:lnTo>
                <a:lnTo>
                  <a:pt x="3152" y="1224"/>
                </a:lnTo>
                <a:lnTo>
                  <a:pt x="3176" y="1258"/>
                </a:lnTo>
                <a:lnTo>
                  <a:pt x="3198" y="1290"/>
                </a:lnTo>
                <a:lnTo>
                  <a:pt x="3218" y="1318"/>
                </a:lnTo>
                <a:lnTo>
                  <a:pt x="3236" y="1344"/>
                </a:lnTo>
                <a:lnTo>
                  <a:pt x="3251" y="1366"/>
                </a:lnTo>
                <a:lnTo>
                  <a:pt x="3264" y="1383"/>
                </a:lnTo>
                <a:lnTo>
                  <a:pt x="3272" y="1395"/>
                </a:lnTo>
                <a:lnTo>
                  <a:pt x="3292" y="1426"/>
                </a:lnTo>
                <a:lnTo>
                  <a:pt x="3310" y="1460"/>
                </a:lnTo>
                <a:lnTo>
                  <a:pt x="3327" y="1498"/>
                </a:lnTo>
                <a:lnTo>
                  <a:pt x="3343" y="1538"/>
                </a:lnTo>
                <a:lnTo>
                  <a:pt x="3356" y="1579"/>
                </a:lnTo>
                <a:lnTo>
                  <a:pt x="3368" y="1622"/>
                </a:lnTo>
                <a:lnTo>
                  <a:pt x="3377" y="1663"/>
                </a:lnTo>
                <a:lnTo>
                  <a:pt x="3385" y="1702"/>
                </a:lnTo>
                <a:lnTo>
                  <a:pt x="3389" y="1738"/>
                </a:lnTo>
                <a:lnTo>
                  <a:pt x="3390" y="1772"/>
                </a:lnTo>
                <a:lnTo>
                  <a:pt x="3387" y="1842"/>
                </a:lnTo>
                <a:lnTo>
                  <a:pt x="3378" y="1910"/>
                </a:lnTo>
                <a:lnTo>
                  <a:pt x="3363" y="1976"/>
                </a:lnTo>
                <a:lnTo>
                  <a:pt x="3343" y="2039"/>
                </a:lnTo>
                <a:lnTo>
                  <a:pt x="3316" y="2101"/>
                </a:lnTo>
                <a:lnTo>
                  <a:pt x="3286" y="2160"/>
                </a:lnTo>
                <a:lnTo>
                  <a:pt x="3250" y="2214"/>
                </a:lnTo>
                <a:lnTo>
                  <a:pt x="3210" y="2267"/>
                </a:lnTo>
                <a:lnTo>
                  <a:pt x="3166" y="2314"/>
                </a:lnTo>
                <a:lnTo>
                  <a:pt x="3117" y="2358"/>
                </a:lnTo>
                <a:lnTo>
                  <a:pt x="3066" y="2398"/>
                </a:lnTo>
                <a:lnTo>
                  <a:pt x="3011" y="2434"/>
                </a:lnTo>
                <a:lnTo>
                  <a:pt x="2952" y="2466"/>
                </a:lnTo>
                <a:lnTo>
                  <a:pt x="2891" y="2491"/>
                </a:lnTo>
                <a:lnTo>
                  <a:pt x="2827" y="2512"/>
                </a:lnTo>
                <a:lnTo>
                  <a:pt x="2762" y="2527"/>
                </a:lnTo>
                <a:lnTo>
                  <a:pt x="2693" y="2536"/>
                </a:lnTo>
                <a:lnTo>
                  <a:pt x="2624" y="2540"/>
                </a:lnTo>
                <a:lnTo>
                  <a:pt x="2553" y="2536"/>
                </a:lnTo>
                <a:lnTo>
                  <a:pt x="2486" y="2527"/>
                </a:lnTo>
                <a:lnTo>
                  <a:pt x="2420" y="2512"/>
                </a:lnTo>
                <a:lnTo>
                  <a:pt x="2357" y="2491"/>
                </a:lnTo>
                <a:lnTo>
                  <a:pt x="2296" y="2466"/>
                </a:lnTo>
                <a:lnTo>
                  <a:pt x="2237" y="2434"/>
                </a:lnTo>
                <a:lnTo>
                  <a:pt x="2182" y="2398"/>
                </a:lnTo>
                <a:lnTo>
                  <a:pt x="2131" y="2358"/>
                </a:lnTo>
                <a:lnTo>
                  <a:pt x="2082" y="2314"/>
                </a:lnTo>
                <a:lnTo>
                  <a:pt x="2038" y="2267"/>
                </a:lnTo>
                <a:lnTo>
                  <a:pt x="1998" y="2214"/>
                </a:lnTo>
                <a:lnTo>
                  <a:pt x="1963" y="2160"/>
                </a:lnTo>
                <a:lnTo>
                  <a:pt x="1933" y="2101"/>
                </a:lnTo>
                <a:lnTo>
                  <a:pt x="1906" y="2039"/>
                </a:lnTo>
                <a:lnTo>
                  <a:pt x="1886" y="1976"/>
                </a:lnTo>
                <a:lnTo>
                  <a:pt x="1871" y="1910"/>
                </a:lnTo>
                <a:lnTo>
                  <a:pt x="1862" y="1842"/>
                </a:lnTo>
                <a:lnTo>
                  <a:pt x="1859" y="1772"/>
                </a:lnTo>
                <a:lnTo>
                  <a:pt x="1859" y="1578"/>
                </a:lnTo>
                <a:lnTo>
                  <a:pt x="1858" y="1557"/>
                </a:lnTo>
                <a:lnTo>
                  <a:pt x="1857" y="1538"/>
                </a:lnTo>
                <a:lnTo>
                  <a:pt x="1855" y="1522"/>
                </a:lnTo>
                <a:lnTo>
                  <a:pt x="1850" y="1507"/>
                </a:lnTo>
                <a:lnTo>
                  <a:pt x="1843" y="1494"/>
                </a:lnTo>
                <a:lnTo>
                  <a:pt x="1834" y="1484"/>
                </a:lnTo>
                <a:lnTo>
                  <a:pt x="1821" y="1475"/>
                </a:lnTo>
                <a:lnTo>
                  <a:pt x="1805" y="1469"/>
                </a:lnTo>
                <a:lnTo>
                  <a:pt x="1787" y="1466"/>
                </a:lnTo>
                <a:lnTo>
                  <a:pt x="1762" y="1465"/>
                </a:lnTo>
                <a:lnTo>
                  <a:pt x="1627" y="1465"/>
                </a:lnTo>
                <a:lnTo>
                  <a:pt x="1603" y="1466"/>
                </a:lnTo>
                <a:lnTo>
                  <a:pt x="1584" y="1469"/>
                </a:lnTo>
                <a:lnTo>
                  <a:pt x="1570" y="1475"/>
                </a:lnTo>
                <a:lnTo>
                  <a:pt x="1559" y="1484"/>
                </a:lnTo>
                <a:lnTo>
                  <a:pt x="1552" y="1494"/>
                </a:lnTo>
                <a:lnTo>
                  <a:pt x="1547" y="1507"/>
                </a:lnTo>
                <a:lnTo>
                  <a:pt x="1545" y="1522"/>
                </a:lnTo>
                <a:lnTo>
                  <a:pt x="1543" y="1538"/>
                </a:lnTo>
                <a:lnTo>
                  <a:pt x="1542" y="1557"/>
                </a:lnTo>
                <a:lnTo>
                  <a:pt x="1542" y="1772"/>
                </a:lnTo>
                <a:lnTo>
                  <a:pt x="1539" y="1842"/>
                </a:lnTo>
                <a:lnTo>
                  <a:pt x="1530" y="1910"/>
                </a:lnTo>
                <a:lnTo>
                  <a:pt x="1515" y="1976"/>
                </a:lnTo>
                <a:lnTo>
                  <a:pt x="1494" y="2039"/>
                </a:lnTo>
                <a:lnTo>
                  <a:pt x="1468" y="2101"/>
                </a:lnTo>
                <a:lnTo>
                  <a:pt x="1437" y="2160"/>
                </a:lnTo>
                <a:lnTo>
                  <a:pt x="1401" y="2214"/>
                </a:lnTo>
                <a:lnTo>
                  <a:pt x="1360" y="2267"/>
                </a:lnTo>
                <a:lnTo>
                  <a:pt x="1316" y="2314"/>
                </a:lnTo>
                <a:lnTo>
                  <a:pt x="1268" y="2358"/>
                </a:lnTo>
                <a:lnTo>
                  <a:pt x="1215" y="2398"/>
                </a:lnTo>
                <a:lnTo>
                  <a:pt x="1159" y="2434"/>
                </a:lnTo>
                <a:lnTo>
                  <a:pt x="1102" y="2466"/>
                </a:lnTo>
                <a:lnTo>
                  <a:pt x="1039" y="2491"/>
                </a:lnTo>
                <a:lnTo>
                  <a:pt x="976" y="2512"/>
                </a:lnTo>
                <a:lnTo>
                  <a:pt x="910" y="2527"/>
                </a:lnTo>
                <a:lnTo>
                  <a:pt x="842" y="2536"/>
                </a:lnTo>
                <a:lnTo>
                  <a:pt x="772" y="2540"/>
                </a:lnTo>
                <a:lnTo>
                  <a:pt x="702" y="2536"/>
                </a:lnTo>
                <a:lnTo>
                  <a:pt x="633" y="2527"/>
                </a:lnTo>
                <a:lnTo>
                  <a:pt x="568" y="2512"/>
                </a:lnTo>
                <a:lnTo>
                  <a:pt x="504" y="2491"/>
                </a:lnTo>
                <a:lnTo>
                  <a:pt x="442" y="2466"/>
                </a:lnTo>
                <a:lnTo>
                  <a:pt x="383" y="2434"/>
                </a:lnTo>
                <a:lnTo>
                  <a:pt x="328" y="2398"/>
                </a:lnTo>
                <a:lnTo>
                  <a:pt x="276" y="2358"/>
                </a:lnTo>
                <a:lnTo>
                  <a:pt x="227" y="2314"/>
                </a:lnTo>
                <a:lnTo>
                  <a:pt x="182" y="2267"/>
                </a:lnTo>
                <a:lnTo>
                  <a:pt x="142" y="2214"/>
                </a:lnTo>
                <a:lnTo>
                  <a:pt x="106" y="2160"/>
                </a:lnTo>
                <a:lnTo>
                  <a:pt x="75" y="2101"/>
                </a:lnTo>
                <a:lnTo>
                  <a:pt x="48" y="2039"/>
                </a:lnTo>
                <a:lnTo>
                  <a:pt x="27" y="1976"/>
                </a:lnTo>
                <a:lnTo>
                  <a:pt x="13" y="1910"/>
                </a:lnTo>
                <a:lnTo>
                  <a:pt x="3" y="1842"/>
                </a:lnTo>
                <a:lnTo>
                  <a:pt x="0" y="1772"/>
                </a:lnTo>
                <a:lnTo>
                  <a:pt x="1" y="1738"/>
                </a:lnTo>
                <a:lnTo>
                  <a:pt x="6" y="1702"/>
                </a:lnTo>
                <a:lnTo>
                  <a:pt x="13" y="1663"/>
                </a:lnTo>
                <a:lnTo>
                  <a:pt x="22" y="1622"/>
                </a:lnTo>
                <a:lnTo>
                  <a:pt x="34" y="1579"/>
                </a:lnTo>
                <a:lnTo>
                  <a:pt x="47" y="1538"/>
                </a:lnTo>
                <a:lnTo>
                  <a:pt x="62" y="1498"/>
                </a:lnTo>
                <a:lnTo>
                  <a:pt x="79" y="1460"/>
                </a:lnTo>
                <a:lnTo>
                  <a:pt x="98" y="1426"/>
                </a:lnTo>
                <a:lnTo>
                  <a:pt x="117" y="1395"/>
                </a:lnTo>
                <a:lnTo>
                  <a:pt x="126" y="1383"/>
                </a:lnTo>
                <a:lnTo>
                  <a:pt x="138" y="1366"/>
                </a:lnTo>
                <a:lnTo>
                  <a:pt x="153" y="1344"/>
                </a:lnTo>
                <a:lnTo>
                  <a:pt x="170" y="1318"/>
                </a:lnTo>
                <a:lnTo>
                  <a:pt x="190" y="1290"/>
                </a:lnTo>
                <a:lnTo>
                  <a:pt x="213" y="1258"/>
                </a:lnTo>
                <a:lnTo>
                  <a:pt x="237" y="1224"/>
                </a:lnTo>
                <a:lnTo>
                  <a:pt x="263" y="1187"/>
                </a:lnTo>
                <a:lnTo>
                  <a:pt x="290" y="1147"/>
                </a:lnTo>
                <a:lnTo>
                  <a:pt x="320" y="1106"/>
                </a:lnTo>
                <a:lnTo>
                  <a:pt x="350" y="1062"/>
                </a:lnTo>
                <a:lnTo>
                  <a:pt x="381" y="1017"/>
                </a:lnTo>
                <a:lnTo>
                  <a:pt x="413" y="972"/>
                </a:lnTo>
                <a:lnTo>
                  <a:pt x="446" y="925"/>
                </a:lnTo>
                <a:lnTo>
                  <a:pt x="479" y="878"/>
                </a:lnTo>
                <a:lnTo>
                  <a:pt x="512" y="831"/>
                </a:lnTo>
                <a:lnTo>
                  <a:pt x="545" y="783"/>
                </a:lnTo>
                <a:lnTo>
                  <a:pt x="578" y="736"/>
                </a:lnTo>
                <a:lnTo>
                  <a:pt x="610" y="690"/>
                </a:lnTo>
                <a:lnTo>
                  <a:pt x="642" y="645"/>
                </a:lnTo>
                <a:lnTo>
                  <a:pt x="673" y="600"/>
                </a:lnTo>
                <a:lnTo>
                  <a:pt x="703" y="558"/>
                </a:lnTo>
                <a:lnTo>
                  <a:pt x="731" y="517"/>
                </a:lnTo>
                <a:lnTo>
                  <a:pt x="759" y="479"/>
                </a:lnTo>
                <a:lnTo>
                  <a:pt x="784" y="442"/>
                </a:lnTo>
                <a:lnTo>
                  <a:pt x="807" y="410"/>
                </a:lnTo>
                <a:lnTo>
                  <a:pt x="828" y="379"/>
                </a:lnTo>
                <a:lnTo>
                  <a:pt x="847" y="352"/>
                </a:lnTo>
                <a:lnTo>
                  <a:pt x="864" y="329"/>
                </a:lnTo>
                <a:lnTo>
                  <a:pt x="877" y="310"/>
                </a:lnTo>
                <a:lnTo>
                  <a:pt x="888" y="294"/>
                </a:lnTo>
                <a:lnTo>
                  <a:pt x="895" y="283"/>
                </a:lnTo>
                <a:lnTo>
                  <a:pt x="931" y="235"/>
                </a:lnTo>
                <a:lnTo>
                  <a:pt x="963" y="193"/>
                </a:lnTo>
                <a:lnTo>
                  <a:pt x="993" y="155"/>
                </a:lnTo>
                <a:lnTo>
                  <a:pt x="1022" y="122"/>
                </a:lnTo>
                <a:lnTo>
                  <a:pt x="1049" y="94"/>
                </a:lnTo>
                <a:lnTo>
                  <a:pt x="1075" y="70"/>
                </a:lnTo>
                <a:lnTo>
                  <a:pt x="1099" y="50"/>
                </a:lnTo>
                <a:lnTo>
                  <a:pt x="1124" y="34"/>
                </a:lnTo>
                <a:lnTo>
                  <a:pt x="1148" y="21"/>
                </a:lnTo>
                <a:lnTo>
                  <a:pt x="1172" y="12"/>
                </a:lnTo>
                <a:lnTo>
                  <a:pt x="1197" y="5"/>
                </a:lnTo>
                <a:lnTo>
                  <a:pt x="1223" y="1"/>
                </a:lnTo>
                <a:lnTo>
                  <a:pt x="124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4" name="Google Shape;384;p15"/>
          <p:cNvGrpSpPr/>
          <p:nvPr/>
        </p:nvGrpSpPr>
        <p:grpSpPr>
          <a:xfrm>
            <a:off x="6345373" y="2438267"/>
            <a:ext cx="713436" cy="694664"/>
            <a:chOff x="638" y="291"/>
            <a:chExt cx="554" cy="539"/>
          </a:xfrm>
        </p:grpSpPr>
        <p:sp>
          <p:nvSpPr>
            <p:cNvPr id="385" name="Google Shape;385;p15"/>
            <p:cNvSpPr/>
            <p:nvPr/>
          </p:nvSpPr>
          <p:spPr>
            <a:xfrm>
              <a:off x="1120" y="444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6"/>
                  </a:lnTo>
                  <a:lnTo>
                    <a:pt x="330" y="111"/>
                  </a:lnTo>
                  <a:lnTo>
                    <a:pt x="338" y="141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1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1120" y="517"/>
              <a:ext cx="57" cy="62"/>
            </a:xfrm>
            <a:custGeom>
              <a:rect b="b" l="l" r="r" t="t"/>
              <a:pathLst>
                <a:path extrusionOk="0" h="372" w="341">
                  <a:moveTo>
                    <a:pt x="0" y="0"/>
                  </a:moveTo>
                  <a:lnTo>
                    <a:pt x="171" y="0"/>
                  </a:lnTo>
                  <a:lnTo>
                    <a:pt x="201" y="4"/>
                  </a:lnTo>
                  <a:lnTo>
                    <a:pt x="230" y="11"/>
                  </a:lnTo>
                  <a:lnTo>
                    <a:pt x="257" y="24"/>
                  </a:lnTo>
                  <a:lnTo>
                    <a:pt x="280" y="41"/>
                  </a:lnTo>
                  <a:lnTo>
                    <a:pt x="301" y="61"/>
                  </a:lnTo>
                  <a:lnTo>
                    <a:pt x="317" y="85"/>
                  </a:lnTo>
                  <a:lnTo>
                    <a:pt x="330" y="112"/>
                  </a:lnTo>
                  <a:lnTo>
                    <a:pt x="338" y="141"/>
                  </a:lnTo>
                  <a:lnTo>
                    <a:pt x="341" y="172"/>
                  </a:lnTo>
                  <a:lnTo>
                    <a:pt x="341" y="201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1"/>
                  </a:lnTo>
                  <a:lnTo>
                    <a:pt x="280" y="332"/>
                  </a:lnTo>
                  <a:lnTo>
                    <a:pt x="257" y="349"/>
                  </a:lnTo>
                  <a:lnTo>
                    <a:pt x="230" y="361"/>
                  </a:lnTo>
                  <a:lnTo>
                    <a:pt x="201" y="370"/>
                  </a:lnTo>
                  <a:lnTo>
                    <a:pt x="171" y="372"/>
                  </a:lnTo>
                  <a:lnTo>
                    <a:pt x="0" y="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5"/>
            <p:cNvSpPr/>
            <p:nvPr/>
          </p:nvSpPr>
          <p:spPr>
            <a:xfrm>
              <a:off x="1120" y="590"/>
              <a:ext cx="57" cy="62"/>
            </a:xfrm>
            <a:custGeom>
              <a:rect b="b" l="l" r="r" t="t"/>
              <a:pathLst>
                <a:path extrusionOk="0" h="371" w="341">
                  <a:moveTo>
                    <a:pt x="0" y="0"/>
                  </a:moveTo>
                  <a:lnTo>
                    <a:pt x="171" y="0"/>
                  </a:lnTo>
                  <a:lnTo>
                    <a:pt x="201" y="3"/>
                  </a:lnTo>
                  <a:lnTo>
                    <a:pt x="230" y="10"/>
                  </a:lnTo>
                  <a:lnTo>
                    <a:pt x="257" y="24"/>
                  </a:lnTo>
                  <a:lnTo>
                    <a:pt x="280" y="40"/>
                  </a:lnTo>
                  <a:lnTo>
                    <a:pt x="301" y="61"/>
                  </a:lnTo>
                  <a:lnTo>
                    <a:pt x="317" y="84"/>
                  </a:lnTo>
                  <a:lnTo>
                    <a:pt x="330" y="111"/>
                  </a:lnTo>
                  <a:lnTo>
                    <a:pt x="338" y="140"/>
                  </a:lnTo>
                  <a:lnTo>
                    <a:pt x="341" y="171"/>
                  </a:lnTo>
                  <a:lnTo>
                    <a:pt x="341" y="200"/>
                  </a:lnTo>
                  <a:lnTo>
                    <a:pt x="338" y="231"/>
                  </a:lnTo>
                  <a:lnTo>
                    <a:pt x="330" y="260"/>
                  </a:lnTo>
                  <a:lnTo>
                    <a:pt x="317" y="287"/>
                  </a:lnTo>
                  <a:lnTo>
                    <a:pt x="301" y="310"/>
                  </a:lnTo>
                  <a:lnTo>
                    <a:pt x="280" y="331"/>
                  </a:lnTo>
                  <a:lnTo>
                    <a:pt x="257" y="348"/>
                  </a:lnTo>
                  <a:lnTo>
                    <a:pt x="230" y="361"/>
                  </a:lnTo>
                  <a:lnTo>
                    <a:pt x="201" y="369"/>
                  </a:lnTo>
                  <a:lnTo>
                    <a:pt x="171" y="371"/>
                  </a:lnTo>
                  <a:lnTo>
                    <a:pt x="0" y="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1120" y="339"/>
              <a:ext cx="72" cy="73"/>
            </a:xfrm>
            <a:custGeom>
              <a:rect b="b" l="l" r="r" t="t"/>
              <a:pathLst>
                <a:path extrusionOk="0" h="433" w="430">
                  <a:moveTo>
                    <a:pt x="317" y="0"/>
                  </a:moveTo>
                  <a:lnTo>
                    <a:pt x="341" y="3"/>
                  </a:lnTo>
                  <a:lnTo>
                    <a:pt x="362" y="10"/>
                  </a:lnTo>
                  <a:lnTo>
                    <a:pt x="382" y="22"/>
                  </a:lnTo>
                  <a:lnTo>
                    <a:pt x="398" y="37"/>
                  </a:lnTo>
                  <a:lnTo>
                    <a:pt x="411" y="56"/>
                  </a:lnTo>
                  <a:lnTo>
                    <a:pt x="421" y="77"/>
                  </a:lnTo>
                  <a:lnTo>
                    <a:pt x="427" y="102"/>
                  </a:lnTo>
                  <a:lnTo>
                    <a:pt x="430" y="129"/>
                  </a:lnTo>
                  <a:lnTo>
                    <a:pt x="430" y="153"/>
                  </a:lnTo>
                  <a:lnTo>
                    <a:pt x="426" y="189"/>
                  </a:lnTo>
                  <a:lnTo>
                    <a:pt x="416" y="225"/>
                  </a:lnTo>
                  <a:lnTo>
                    <a:pt x="402" y="259"/>
                  </a:lnTo>
                  <a:lnTo>
                    <a:pt x="383" y="291"/>
                  </a:lnTo>
                  <a:lnTo>
                    <a:pt x="358" y="321"/>
                  </a:lnTo>
                  <a:lnTo>
                    <a:pt x="331" y="345"/>
                  </a:lnTo>
                  <a:lnTo>
                    <a:pt x="301" y="366"/>
                  </a:lnTo>
                  <a:lnTo>
                    <a:pt x="269" y="382"/>
                  </a:lnTo>
                  <a:lnTo>
                    <a:pt x="0" y="433"/>
                  </a:lnTo>
                  <a:lnTo>
                    <a:pt x="0" y="37"/>
                  </a:lnTo>
                  <a:lnTo>
                    <a:pt x="266" y="6"/>
                  </a:lnTo>
                  <a:lnTo>
                    <a:pt x="293" y="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865" y="291"/>
              <a:ext cx="247" cy="422"/>
            </a:xfrm>
            <a:custGeom>
              <a:rect b="b" l="l" r="r" t="t"/>
              <a:pathLst>
                <a:path extrusionOk="0" h="2521" w="1472">
                  <a:moveTo>
                    <a:pt x="169" y="0"/>
                  </a:moveTo>
                  <a:lnTo>
                    <a:pt x="1304" y="0"/>
                  </a:lnTo>
                  <a:lnTo>
                    <a:pt x="1334" y="3"/>
                  </a:lnTo>
                  <a:lnTo>
                    <a:pt x="1363" y="12"/>
                  </a:lnTo>
                  <a:lnTo>
                    <a:pt x="1388" y="24"/>
                  </a:lnTo>
                  <a:lnTo>
                    <a:pt x="1412" y="40"/>
                  </a:lnTo>
                  <a:lnTo>
                    <a:pt x="1432" y="61"/>
                  </a:lnTo>
                  <a:lnTo>
                    <a:pt x="1449" y="85"/>
                  </a:lnTo>
                  <a:lnTo>
                    <a:pt x="1461" y="112"/>
                  </a:lnTo>
                  <a:lnTo>
                    <a:pt x="1469" y="140"/>
                  </a:lnTo>
                  <a:lnTo>
                    <a:pt x="1472" y="170"/>
                  </a:lnTo>
                  <a:lnTo>
                    <a:pt x="1472" y="2351"/>
                  </a:lnTo>
                  <a:lnTo>
                    <a:pt x="1469" y="2382"/>
                  </a:lnTo>
                  <a:lnTo>
                    <a:pt x="1461" y="2411"/>
                  </a:lnTo>
                  <a:lnTo>
                    <a:pt x="1449" y="2437"/>
                  </a:lnTo>
                  <a:lnTo>
                    <a:pt x="1432" y="2461"/>
                  </a:lnTo>
                  <a:lnTo>
                    <a:pt x="1412" y="2482"/>
                  </a:lnTo>
                  <a:lnTo>
                    <a:pt x="1388" y="2498"/>
                  </a:lnTo>
                  <a:lnTo>
                    <a:pt x="1363" y="2511"/>
                  </a:lnTo>
                  <a:lnTo>
                    <a:pt x="1334" y="2519"/>
                  </a:lnTo>
                  <a:lnTo>
                    <a:pt x="1304" y="2521"/>
                  </a:lnTo>
                  <a:lnTo>
                    <a:pt x="947" y="2521"/>
                  </a:lnTo>
                  <a:lnTo>
                    <a:pt x="952" y="2503"/>
                  </a:lnTo>
                  <a:lnTo>
                    <a:pt x="955" y="2488"/>
                  </a:lnTo>
                  <a:lnTo>
                    <a:pt x="959" y="2476"/>
                  </a:lnTo>
                  <a:lnTo>
                    <a:pt x="961" y="2467"/>
                  </a:lnTo>
                  <a:lnTo>
                    <a:pt x="961" y="2463"/>
                  </a:lnTo>
                  <a:lnTo>
                    <a:pt x="977" y="2383"/>
                  </a:lnTo>
                  <a:lnTo>
                    <a:pt x="811" y="2383"/>
                  </a:lnTo>
                  <a:lnTo>
                    <a:pt x="823" y="2367"/>
                  </a:lnTo>
                  <a:lnTo>
                    <a:pt x="832" y="2350"/>
                  </a:lnTo>
                  <a:lnTo>
                    <a:pt x="838" y="2330"/>
                  </a:lnTo>
                  <a:lnTo>
                    <a:pt x="840" y="2311"/>
                  </a:lnTo>
                  <a:lnTo>
                    <a:pt x="837" y="2286"/>
                  </a:lnTo>
                  <a:lnTo>
                    <a:pt x="829" y="2263"/>
                  </a:lnTo>
                  <a:lnTo>
                    <a:pt x="816" y="2244"/>
                  </a:lnTo>
                  <a:lnTo>
                    <a:pt x="800" y="2227"/>
                  </a:lnTo>
                  <a:lnTo>
                    <a:pt x="780" y="2215"/>
                  </a:lnTo>
                  <a:lnTo>
                    <a:pt x="758" y="2206"/>
                  </a:lnTo>
                  <a:lnTo>
                    <a:pt x="733" y="2203"/>
                  </a:lnTo>
                  <a:lnTo>
                    <a:pt x="709" y="2206"/>
                  </a:lnTo>
                  <a:lnTo>
                    <a:pt x="686" y="2215"/>
                  </a:lnTo>
                  <a:lnTo>
                    <a:pt x="667" y="2227"/>
                  </a:lnTo>
                  <a:lnTo>
                    <a:pt x="650" y="2244"/>
                  </a:lnTo>
                  <a:lnTo>
                    <a:pt x="638" y="2263"/>
                  </a:lnTo>
                  <a:lnTo>
                    <a:pt x="630" y="2286"/>
                  </a:lnTo>
                  <a:lnTo>
                    <a:pt x="627" y="2311"/>
                  </a:lnTo>
                  <a:lnTo>
                    <a:pt x="629" y="2330"/>
                  </a:lnTo>
                  <a:lnTo>
                    <a:pt x="635" y="2350"/>
                  </a:lnTo>
                  <a:lnTo>
                    <a:pt x="643" y="2367"/>
                  </a:lnTo>
                  <a:lnTo>
                    <a:pt x="656" y="2383"/>
                  </a:lnTo>
                  <a:lnTo>
                    <a:pt x="360" y="2383"/>
                  </a:lnTo>
                  <a:lnTo>
                    <a:pt x="361" y="2381"/>
                  </a:lnTo>
                  <a:lnTo>
                    <a:pt x="363" y="2374"/>
                  </a:lnTo>
                  <a:lnTo>
                    <a:pt x="365" y="2366"/>
                  </a:lnTo>
                  <a:lnTo>
                    <a:pt x="369" y="2356"/>
                  </a:lnTo>
                  <a:lnTo>
                    <a:pt x="372" y="2345"/>
                  </a:lnTo>
                  <a:lnTo>
                    <a:pt x="372" y="2054"/>
                  </a:lnTo>
                  <a:lnTo>
                    <a:pt x="1198" y="2054"/>
                  </a:lnTo>
                  <a:lnTo>
                    <a:pt x="1212" y="2051"/>
                  </a:lnTo>
                  <a:lnTo>
                    <a:pt x="1226" y="2044"/>
                  </a:lnTo>
                  <a:lnTo>
                    <a:pt x="1236" y="2034"/>
                  </a:lnTo>
                  <a:lnTo>
                    <a:pt x="1242" y="2022"/>
                  </a:lnTo>
                  <a:lnTo>
                    <a:pt x="1244" y="2006"/>
                  </a:lnTo>
                  <a:lnTo>
                    <a:pt x="1244" y="328"/>
                  </a:lnTo>
                  <a:lnTo>
                    <a:pt x="1242" y="313"/>
                  </a:lnTo>
                  <a:lnTo>
                    <a:pt x="1236" y="300"/>
                  </a:lnTo>
                  <a:lnTo>
                    <a:pt x="1226" y="290"/>
                  </a:lnTo>
                  <a:lnTo>
                    <a:pt x="1212" y="284"/>
                  </a:lnTo>
                  <a:lnTo>
                    <a:pt x="1198" y="281"/>
                  </a:lnTo>
                  <a:lnTo>
                    <a:pt x="275" y="281"/>
                  </a:lnTo>
                  <a:lnTo>
                    <a:pt x="259" y="284"/>
                  </a:lnTo>
                  <a:lnTo>
                    <a:pt x="247" y="290"/>
                  </a:lnTo>
                  <a:lnTo>
                    <a:pt x="237" y="300"/>
                  </a:lnTo>
                  <a:lnTo>
                    <a:pt x="231" y="313"/>
                  </a:lnTo>
                  <a:lnTo>
                    <a:pt x="228" y="328"/>
                  </a:lnTo>
                  <a:lnTo>
                    <a:pt x="228" y="1459"/>
                  </a:lnTo>
                  <a:lnTo>
                    <a:pt x="0" y="1459"/>
                  </a:lnTo>
                  <a:lnTo>
                    <a:pt x="0" y="170"/>
                  </a:lnTo>
                  <a:lnTo>
                    <a:pt x="3" y="140"/>
                  </a:lnTo>
                  <a:lnTo>
                    <a:pt x="11" y="112"/>
                  </a:lnTo>
                  <a:lnTo>
                    <a:pt x="23" y="85"/>
                  </a:lnTo>
                  <a:lnTo>
                    <a:pt x="40" y="61"/>
                  </a:lnTo>
                  <a:lnTo>
                    <a:pt x="60" y="40"/>
                  </a:lnTo>
                  <a:lnTo>
                    <a:pt x="83" y="24"/>
                  </a:lnTo>
                  <a:lnTo>
                    <a:pt x="110" y="12"/>
                  </a:lnTo>
                  <a:lnTo>
                    <a:pt x="139" y="3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638" y="439"/>
              <a:ext cx="405" cy="391"/>
            </a:xfrm>
            <a:custGeom>
              <a:rect b="b" l="l" r="r" t="t"/>
              <a:pathLst>
                <a:path extrusionOk="0" h="2337" w="2416">
                  <a:moveTo>
                    <a:pt x="1252" y="0"/>
                  </a:moveTo>
                  <a:lnTo>
                    <a:pt x="1252" y="666"/>
                  </a:lnTo>
                  <a:lnTo>
                    <a:pt x="2189" y="666"/>
                  </a:lnTo>
                  <a:lnTo>
                    <a:pt x="2225" y="669"/>
                  </a:lnTo>
                  <a:lnTo>
                    <a:pt x="2260" y="676"/>
                  </a:lnTo>
                  <a:lnTo>
                    <a:pt x="2293" y="689"/>
                  </a:lnTo>
                  <a:lnTo>
                    <a:pt x="2323" y="707"/>
                  </a:lnTo>
                  <a:lnTo>
                    <a:pt x="2349" y="727"/>
                  </a:lnTo>
                  <a:lnTo>
                    <a:pt x="2372" y="752"/>
                  </a:lnTo>
                  <a:lnTo>
                    <a:pt x="2390" y="780"/>
                  </a:lnTo>
                  <a:lnTo>
                    <a:pt x="2403" y="811"/>
                  </a:lnTo>
                  <a:lnTo>
                    <a:pt x="2413" y="843"/>
                  </a:lnTo>
                  <a:lnTo>
                    <a:pt x="2416" y="878"/>
                  </a:lnTo>
                  <a:lnTo>
                    <a:pt x="2413" y="912"/>
                  </a:lnTo>
                  <a:lnTo>
                    <a:pt x="2403" y="945"/>
                  </a:lnTo>
                  <a:lnTo>
                    <a:pt x="2390" y="976"/>
                  </a:lnTo>
                  <a:lnTo>
                    <a:pt x="2372" y="1004"/>
                  </a:lnTo>
                  <a:lnTo>
                    <a:pt x="2349" y="1029"/>
                  </a:lnTo>
                  <a:lnTo>
                    <a:pt x="2323" y="1049"/>
                  </a:lnTo>
                  <a:lnTo>
                    <a:pt x="2293" y="1067"/>
                  </a:lnTo>
                  <a:lnTo>
                    <a:pt x="2260" y="1080"/>
                  </a:lnTo>
                  <a:lnTo>
                    <a:pt x="2225" y="1087"/>
                  </a:lnTo>
                  <a:lnTo>
                    <a:pt x="2189" y="1090"/>
                  </a:lnTo>
                  <a:lnTo>
                    <a:pt x="1616" y="1090"/>
                  </a:lnTo>
                  <a:lnTo>
                    <a:pt x="1616" y="1467"/>
                  </a:lnTo>
                  <a:lnTo>
                    <a:pt x="1604" y="1504"/>
                  </a:lnTo>
                  <a:lnTo>
                    <a:pt x="1589" y="1541"/>
                  </a:lnTo>
                  <a:lnTo>
                    <a:pt x="1572" y="1577"/>
                  </a:lnTo>
                  <a:lnTo>
                    <a:pt x="1553" y="1613"/>
                  </a:lnTo>
                  <a:lnTo>
                    <a:pt x="1532" y="1647"/>
                  </a:lnTo>
                  <a:lnTo>
                    <a:pt x="1511" y="1681"/>
                  </a:lnTo>
                  <a:lnTo>
                    <a:pt x="1489" y="1714"/>
                  </a:lnTo>
                  <a:lnTo>
                    <a:pt x="1466" y="1745"/>
                  </a:lnTo>
                  <a:lnTo>
                    <a:pt x="1443" y="1775"/>
                  </a:lnTo>
                  <a:lnTo>
                    <a:pt x="1422" y="1803"/>
                  </a:lnTo>
                  <a:lnTo>
                    <a:pt x="1400" y="1829"/>
                  </a:lnTo>
                  <a:lnTo>
                    <a:pt x="1380" y="1853"/>
                  </a:lnTo>
                  <a:lnTo>
                    <a:pt x="1360" y="1873"/>
                  </a:lnTo>
                  <a:lnTo>
                    <a:pt x="1343" y="1892"/>
                  </a:lnTo>
                  <a:lnTo>
                    <a:pt x="1329" y="1907"/>
                  </a:lnTo>
                  <a:lnTo>
                    <a:pt x="1316" y="1920"/>
                  </a:lnTo>
                  <a:lnTo>
                    <a:pt x="1307" y="1929"/>
                  </a:lnTo>
                  <a:lnTo>
                    <a:pt x="1301" y="1935"/>
                  </a:lnTo>
                  <a:lnTo>
                    <a:pt x="1298" y="1937"/>
                  </a:lnTo>
                  <a:lnTo>
                    <a:pt x="1287" y="1952"/>
                  </a:lnTo>
                  <a:lnTo>
                    <a:pt x="1280" y="1968"/>
                  </a:lnTo>
                  <a:lnTo>
                    <a:pt x="1276" y="1985"/>
                  </a:lnTo>
                  <a:lnTo>
                    <a:pt x="1279" y="2002"/>
                  </a:lnTo>
                  <a:lnTo>
                    <a:pt x="1285" y="2019"/>
                  </a:lnTo>
                  <a:lnTo>
                    <a:pt x="1295" y="2034"/>
                  </a:lnTo>
                  <a:lnTo>
                    <a:pt x="1309" y="2046"/>
                  </a:lnTo>
                  <a:lnTo>
                    <a:pt x="1327" y="2053"/>
                  </a:lnTo>
                  <a:lnTo>
                    <a:pt x="1344" y="2056"/>
                  </a:lnTo>
                  <a:lnTo>
                    <a:pt x="1360" y="2054"/>
                  </a:lnTo>
                  <a:lnTo>
                    <a:pt x="1376" y="2048"/>
                  </a:lnTo>
                  <a:lnTo>
                    <a:pt x="1390" y="2037"/>
                  </a:lnTo>
                  <a:lnTo>
                    <a:pt x="1394" y="2034"/>
                  </a:lnTo>
                  <a:lnTo>
                    <a:pt x="1401" y="2026"/>
                  </a:lnTo>
                  <a:lnTo>
                    <a:pt x="1413" y="2016"/>
                  </a:lnTo>
                  <a:lnTo>
                    <a:pt x="1427" y="2001"/>
                  </a:lnTo>
                  <a:lnTo>
                    <a:pt x="1443" y="1984"/>
                  </a:lnTo>
                  <a:lnTo>
                    <a:pt x="1463" y="1963"/>
                  </a:lnTo>
                  <a:lnTo>
                    <a:pt x="1483" y="1939"/>
                  </a:lnTo>
                  <a:lnTo>
                    <a:pt x="1506" y="1913"/>
                  </a:lnTo>
                  <a:lnTo>
                    <a:pt x="1529" y="1885"/>
                  </a:lnTo>
                  <a:lnTo>
                    <a:pt x="1554" y="1855"/>
                  </a:lnTo>
                  <a:lnTo>
                    <a:pt x="1578" y="1822"/>
                  </a:lnTo>
                  <a:lnTo>
                    <a:pt x="1603" y="1787"/>
                  </a:lnTo>
                  <a:lnTo>
                    <a:pt x="1628" y="1751"/>
                  </a:lnTo>
                  <a:lnTo>
                    <a:pt x="1651" y="1712"/>
                  </a:lnTo>
                  <a:lnTo>
                    <a:pt x="1674" y="1673"/>
                  </a:lnTo>
                  <a:lnTo>
                    <a:pt x="1695" y="1633"/>
                  </a:lnTo>
                  <a:lnTo>
                    <a:pt x="1714" y="1592"/>
                  </a:lnTo>
                  <a:lnTo>
                    <a:pt x="2205" y="1592"/>
                  </a:lnTo>
                  <a:lnTo>
                    <a:pt x="2204" y="1595"/>
                  </a:lnTo>
                  <a:lnTo>
                    <a:pt x="2203" y="1604"/>
                  </a:lnTo>
                  <a:lnTo>
                    <a:pt x="2199" y="1619"/>
                  </a:lnTo>
                  <a:lnTo>
                    <a:pt x="2195" y="1637"/>
                  </a:lnTo>
                  <a:lnTo>
                    <a:pt x="2189" y="1660"/>
                  </a:lnTo>
                  <a:lnTo>
                    <a:pt x="2181" y="1686"/>
                  </a:lnTo>
                  <a:lnTo>
                    <a:pt x="2172" y="1715"/>
                  </a:lnTo>
                  <a:lnTo>
                    <a:pt x="2161" y="1746"/>
                  </a:lnTo>
                  <a:lnTo>
                    <a:pt x="2149" y="1780"/>
                  </a:lnTo>
                  <a:lnTo>
                    <a:pt x="2134" y="1814"/>
                  </a:lnTo>
                  <a:lnTo>
                    <a:pt x="2119" y="1851"/>
                  </a:lnTo>
                  <a:lnTo>
                    <a:pt x="2102" y="1886"/>
                  </a:lnTo>
                  <a:lnTo>
                    <a:pt x="2082" y="1921"/>
                  </a:lnTo>
                  <a:lnTo>
                    <a:pt x="2061" y="1955"/>
                  </a:lnTo>
                  <a:lnTo>
                    <a:pt x="2037" y="1987"/>
                  </a:lnTo>
                  <a:lnTo>
                    <a:pt x="2011" y="2017"/>
                  </a:lnTo>
                  <a:lnTo>
                    <a:pt x="1984" y="2044"/>
                  </a:lnTo>
                  <a:lnTo>
                    <a:pt x="1954" y="2068"/>
                  </a:lnTo>
                  <a:lnTo>
                    <a:pt x="1893" y="2110"/>
                  </a:lnTo>
                  <a:lnTo>
                    <a:pt x="1829" y="2148"/>
                  </a:lnTo>
                  <a:lnTo>
                    <a:pt x="1766" y="2182"/>
                  </a:lnTo>
                  <a:lnTo>
                    <a:pt x="1705" y="2212"/>
                  </a:lnTo>
                  <a:lnTo>
                    <a:pt x="1648" y="2239"/>
                  </a:lnTo>
                  <a:lnTo>
                    <a:pt x="1596" y="2265"/>
                  </a:lnTo>
                  <a:lnTo>
                    <a:pt x="1568" y="2279"/>
                  </a:lnTo>
                  <a:lnTo>
                    <a:pt x="1539" y="2291"/>
                  </a:lnTo>
                  <a:lnTo>
                    <a:pt x="1507" y="2303"/>
                  </a:lnTo>
                  <a:lnTo>
                    <a:pt x="1474" y="2314"/>
                  </a:lnTo>
                  <a:lnTo>
                    <a:pt x="1440" y="2324"/>
                  </a:lnTo>
                  <a:lnTo>
                    <a:pt x="1408" y="2331"/>
                  </a:lnTo>
                  <a:lnTo>
                    <a:pt x="1376" y="2336"/>
                  </a:lnTo>
                  <a:lnTo>
                    <a:pt x="1346" y="2337"/>
                  </a:lnTo>
                  <a:lnTo>
                    <a:pt x="96" y="2337"/>
                  </a:lnTo>
                  <a:lnTo>
                    <a:pt x="73" y="2335"/>
                  </a:lnTo>
                  <a:lnTo>
                    <a:pt x="52" y="2330"/>
                  </a:lnTo>
                  <a:lnTo>
                    <a:pt x="35" y="2320"/>
                  </a:lnTo>
                  <a:lnTo>
                    <a:pt x="20" y="2307"/>
                  </a:lnTo>
                  <a:lnTo>
                    <a:pt x="9" y="2292"/>
                  </a:lnTo>
                  <a:lnTo>
                    <a:pt x="3" y="2274"/>
                  </a:lnTo>
                  <a:lnTo>
                    <a:pt x="0" y="2255"/>
                  </a:lnTo>
                  <a:lnTo>
                    <a:pt x="2" y="2233"/>
                  </a:lnTo>
                  <a:lnTo>
                    <a:pt x="8" y="2211"/>
                  </a:lnTo>
                  <a:lnTo>
                    <a:pt x="605" y="582"/>
                  </a:lnTo>
                  <a:lnTo>
                    <a:pt x="623" y="542"/>
                  </a:lnTo>
                  <a:lnTo>
                    <a:pt x="646" y="500"/>
                  </a:lnTo>
                  <a:lnTo>
                    <a:pt x="674" y="458"/>
                  </a:lnTo>
                  <a:lnTo>
                    <a:pt x="704" y="417"/>
                  </a:lnTo>
                  <a:lnTo>
                    <a:pt x="738" y="377"/>
                  </a:lnTo>
                  <a:lnTo>
                    <a:pt x="773" y="340"/>
                  </a:lnTo>
                  <a:lnTo>
                    <a:pt x="810" y="306"/>
                  </a:lnTo>
                  <a:lnTo>
                    <a:pt x="847" y="276"/>
                  </a:lnTo>
                  <a:lnTo>
                    <a:pt x="882" y="251"/>
                  </a:lnTo>
                  <a:lnTo>
                    <a:pt x="12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15"/>
          <p:cNvSpPr/>
          <p:nvPr/>
        </p:nvSpPr>
        <p:spPr>
          <a:xfrm>
            <a:off x="6549005" y="3730542"/>
            <a:ext cx="355601" cy="695322"/>
          </a:xfrm>
          <a:custGeom>
            <a:rect b="b" l="l" r="r" t="t"/>
            <a:pathLst>
              <a:path extrusionOk="0" h="3502" w="1790">
                <a:moveTo>
                  <a:pt x="942" y="1469"/>
                </a:moveTo>
                <a:lnTo>
                  <a:pt x="904" y="1472"/>
                </a:lnTo>
                <a:lnTo>
                  <a:pt x="870" y="1482"/>
                </a:lnTo>
                <a:lnTo>
                  <a:pt x="839" y="1498"/>
                </a:lnTo>
                <a:lnTo>
                  <a:pt x="810" y="1518"/>
                </a:lnTo>
                <a:lnTo>
                  <a:pt x="786" y="1542"/>
                </a:lnTo>
                <a:lnTo>
                  <a:pt x="765" y="1570"/>
                </a:lnTo>
                <a:lnTo>
                  <a:pt x="751" y="1602"/>
                </a:lnTo>
                <a:lnTo>
                  <a:pt x="741" y="1636"/>
                </a:lnTo>
                <a:lnTo>
                  <a:pt x="737" y="1673"/>
                </a:lnTo>
                <a:lnTo>
                  <a:pt x="741" y="1706"/>
                </a:lnTo>
                <a:lnTo>
                  <a:pt x="748" y="1737"/>
                </a:lnTo>
                <a:lnTo>
                  <a:pt x="761" y="1766"/>
                </a:lnTo>
                <a:lnTo>
                  <a:pt x="778" y="1793"/>
                </a:lnTo>
                <a:lnTo>
                  <a:pt x="798" y="1816"/>
                </a:lnTo>
                <a:lnTo>
                  <a:pt x="822" y="1837"/>
                </a:lnTo>
                <a:lnTo>
                  <a:pt x="850" y="1852"/>
                </a:lnTo>
                <a:lnTo>
                  <a:pt x="850" y="1744"/>
                </a:lnTo>
                <a:lnTo>
                  <a:pt x="852" y="1721"/>
                </a:lnTo>
                <a:lnTo>
                  <a:pt x="860" y="1700"/>
                </a:lnTo>
                <a:lnTo>
                  <a:pt x="871" y="1683"/>
                </a:lnTo>
                <a:lnTo>
                  <a:pt x="887" y="1667"/>
                </a:lnTo>
                <a:lnTo>
                  <a:pt x="905" y="1655"/>
                </a:lnTo>
                <a:lnTo>
                  <a:pt x="926" y="1649"/>
                </a:lnTo>
                <a:lnTo>
                  <a:pt x="950" y="1645"/>
                </a:lnTo>
                <a:lnTo>
                  <a:pt x="960" y="1645"/>
                </a:lnTo>
                <a:lnTo>
                  <a:pt x="983" y="1649"/>
                </a:lnTo>
                <a:lnTo>
                  <a:pt x="1004" y="1655"/>
                </a:lnTo>
                <a:lnTo>
                  <a:pt x="1021" y="1667"/>
                </a:lnTo>
                <a:lnTo>
                  <a:pt x="1037" y="1683"/>
                </a:lnTo>
                <a:lnTo>
                  <a:pt x="1049" y="1701"/>
                </a:lnTo>
                <a:lnTo>
                  <a:pt x="1056" y="1721"/>
                </a:lnTo>
                <a:lnTo>
                  <a:pt x="1059" y="1744"/>
                </a:lnTo>
                <a:lnTo>
                  <a:pt x="1059" y="1838"/>
                </a:lnTo>
                <a:lnTo>
                  <a:pt x="1083" y="1817"/>
                </a:lnTo>
                <a:lnTo>
                  <a:pt x="1104" y="1794"/>
                </a:lnTo>
                <a:lnTo>
                  <a:pt x="1122" y="1766"/>
                </a:lnTo>
                <a:lnTo>
                  <a:pt x="1134" y="1738"/>
                </a:lnTo>
                <a:lnTo>
                  <a:pt x="1142" y="1706"/>
                </a:lnTo>
                <a:lnTo>
                  <a:pt x="1145" y="1673"/>
                </a:lnTo>
                <a:lnTo>
                  <a:pt x="1142" y="1636"/>
                </a:lnTo>
                <a:lnTo>
                  <a:pt x="1132" y="1601"/>
                </a:lnTo>
                <a:lnTo>
                  <a:pt x="1118" y="1570"/>
                </a:lnTo>
                <a:lnTo>
                  <a:pt x="1098" y="1542"/>
                </a:lnTo>
                <a:lnTo>
                  <a:pt x="1072" y="1518"/>
                </a:lnTo>
                <a:lnTo>
                  <a:pt x="1045" y="1498"/>
                </a:lnTo>
                <a:lnTo>
                  <a:pt x="1013" y="1482"/>
                </a:lnTo>
                <a:lnTo>
                  <a:pt x="978" y="1472"/>
                </a:lnTo>
                <a:lnTo>
                  <a:pt x="942" y="1469"/>
                </a:lnTo>
                <a:close/>
                <a:moveTo>
                  <a:pt x="942" y="1251"/>
                </a:moveTo>
                <a:lnTo>
                  <a:pt x="889" y="1254"/>
                </a:lnTo>
                <a:lnTo>
                  <a:pt x="837" y="1263"/>
                </a:lnTo>
                <a:lnTo>
                  <a:pt x="788" y="1279"/>
                </a:lnTo>
                <a:lnTo>
                  <a:pt x="743" y="1300"/>
                </a:lnTo>
                <a:lnTo>
                  <a:pt x="700" y="1326"/>
                </a:lnTo>
                <a:lnTo>
                  <a:pt x="660" y="1357"/>
                </a:lnTo>
                <a:lnTo>
                  <a:pt x="625" y="1392"/>
                </a:lnTo>
                <a:lnTo>
                  <a:pt x="594" y="1432"/>
                </a:lnTo>
                <a:lnTo>
                  <a:pt x="567" y="1475"/>
                </a:lnTo>
                <a:lnTo>
                  <a:pt x="546" y="1520"/>
                </a:lnTo>
                <a:lnTo>
                  <a:pt x="531" y="1569"/>
                </a:lnTo>
                <a:lnTo>
                  <a:pt x="521" y="1620"/>
                </a:lnTo>
                <a:lnTo>
                  <a:pt x="517" y="1673"/>
                </a:lnTo>
                <a:lnTo>
                  <a:pt x="522" y="1727"/>
                </a:lnTo>
                <a:lnTo>
                  <a:pt x="532" y="1778"/>
                </a:lnTo>
                <a:lnTo>
                  <a:pt x="547" y="1828"/>
                </a:lnTo>
                <a:lnTo>
                  <a:pt x="569" y="1874"/>
                </a:lnTo>
                <a:lnTo>
                  <a:pt x="597" y="1917"/>
                </a:lnTo>
                <a:lnTo>
                  <a:pt x="629" y="1957"/>
                </a:lnTo>
                <a:lnTo>
                  <a:pt x="667" y="1992"/>
                </a:lnTo>
                <a:lnTo>
                  <a:pt x="707" y="2023"/>
                </a:lnTo>
                <a:lnTo>
                  <a:pt x="752" y="2049"/>
                </a:lnTo>
                <a:lnTo>
                  <a:pt x="799" y="2069"/>
                </a:lnTo>
                <a:lnTo>
                  <a:pt x="850" y="2083"/>
                </a:lnTo>
                <a:lnTo>
                  <a:pt x="850" y="1957"/>
                </a:lnTo>
                <a:lnTo>
                  <a:pt x="810" y="1941"/>
                </a:lnTo>
                <a:lnTo>
                  <a:pt x="775" y="1920"/>
                </a:lnTo>
                <a:lnTo>
                  <a:pt x="742" y="1895"/>
                </a:lnTo>
                <a:lnTo>
                  <a:pt x="713" y="1866"/>
                </a:lnTo>
                <a:lnTo>
                  <a:pt x="688" y="1833"/>
                </a:lnTo>
                <a:lnTo>
                  <a:pt x="668" y="1797"/>
                </a:lnTo>
                <a:lnTo>
                  <a:pt x="653" y="1757"/>
                </a:lnTo>
                <a:lnTo>
                  <a:pt x="643" y="1716"/>
                </a:lnTo>
                <a:lnTo>
                  <a:pt x="640" y="1673"/>
                </a:lnTo>
                <a:lnTo>
                  <a:pt x="643" y="1629"/>
                </a:lnTo>
                <a:lnTo>
                  <a:pt x="653" y="1586"/>
                </a:lnTo>
                <a:lnTo>
                  <a:pt x="669" y="1546"/>
                </a:lnTo>
                <a:lnTo>
                  <a:pt x="689" y="1510"/>
                </a:lnTo>
                <a:lnTo>
                  <a:pt x="714" y="1476"/>
                </a:lnTo>
                <a:lnTo>
                  <a:pt x="744" y="1446"/>
                </a:lnTo>
                <a:lnTo>
                  <a:pt x="777" y="1421"/>
                </a:lnTo>
                <a:lnTo>
                  <a:pt x="815" y="1401"/>
                </a:lnTo>
                <a:lnTo>
                  <a:pt x="855" y="1385"/>
                </a:lnTo>
                <a:lnTo>
                  <a:pt x="897" y="1376"/>
                </a:lnTo>
                <a:lnTo>
                  <a:pt x="942" y="1372"/>
                </a:lnTo>
                <a:lnTo>
                  <a:pt x="986" y="1376"/>
                </a:lnTo>
                <a:lnTo>
                  <a:pt x="1028" y="1385"/>
                </a:lnTo>
                <a:lnTo>
                  <a:pt x="1068" y="1401"/>
                </a:lnTo>
                <a:lnTo>
                  <a:pt x="1105" y="1421"/>
                </a:lnTo>
                <a:lnTo>
                  <a:pt x="1139" y="1446"/>
                </a:lnTo>
                <a:lnTo>
                  <a:pt x="1168" y="1476"/>
                </a:lnTo>
                <a:lnTo>
                  <a:pt x="1194" y="1510"/>
                </a:lnTo>
                <a:lnTo>
                  <a:pt x="1215" y="1546"/>
                </a:lnTo>
                <a:lnTo>
                  <a:pt x="1230" y="1586"/>
                </a:lnTo>
                <a:lnTo>
                  <a:pt x="1239" y="1629"/>
                </a:lnTo>
                <a:lnTo>
                  <a:pt x="1243" y="1673"/>
                </a:lnTo>
                <a:lnTo>
                  <a:pt x="1239" y="1718"/>
                </a:lnTo>
                <a:lnTo>
                  <a:pt x="1229" y="1761"/>
                </a:lnTo>
                <a:lnTo>
                  <a:pt x="1213" y="1801"/>
                </a:lnTo>
                <a:lnTo>
                  <a:pt x="1192" y="1840"/>
                </a:lnTo>
                <a:lnTo>
                  <a:pt x="1164" y="1873"/>
                </a:lnTo>
                <a:lnTo>
                  <a:pt x="1133" y="1903"/>
                </a:lnTo>
                <a:lnTo>
                  <a:pt x="1098" y="1928"/>
                </a:lnTo>
                <a:lnTo>
                  <a:pt x="1059" y="1948"/>
                </a:lnTo>
                <a:lnTo>
                  <a:pt x="1059" y="2076"/>
                </a:lnTo>
                <a:lnTo>
                  <a:pt x="1105" y="2059"/>
                </a:lnTo>
                <a:lnTo>
                  <a:pt x="1150" y="2037"/>
                </a:lnTo>
                <a:lnTo>
                  <a:pt x="1191" y="2011"/>
                </a:lnTo>
                <a:lnTo>
                  <a:pt x="1228" y="1980"/>
                </a:lnTo>
                <a:lnTo>
                  <a:pt x="1262" y="1946"/>
                </a:lnTo>
                <a:lnTo>
                  <a:pt x="1292" y="1907"/>
                </a:lnTo>
                <a:lnTo>
                  <a:pt x="1318" y="1865"/>
                </a:lnTo>
                <a:lnTo>
                  <a:pt x="1338" y="1820"/>
                </a:lnTo>
                <a:lnTo>
                  <a:pt x="1353" y="1773"/>
                </a:lnTo>
                <a:lnTo>
                  <a:pt x="1362" y="1723"/>
                </a:lnTo>
                <a:lnTo>
                  <a:pt x="1365" y="1673"/>
                </a:lnTo>
                <a:lnTo>
                  <a:pt x="1362" y="1620"/>
                </a:lnTo>
                <a:lnTo>
                  <a:pt x="1352" y="1569"/>
                </a:lnTo>
                <a:lnTo>
                  <a:pt x="1336" y="1520"/>
                </a:lnTo>
                <a:lnTo>
                  <a:pt x="1315" y="1475"/>
                </a:lnTo>
                <a:lnTo>
                  <a:pt x="1289" y="1432"/>
                </a:lnTo>
                <a:lnTo>
                  <a:pt x="1258" y="1392"/>
                </a:lnTo>
                <a:lnTo>
                  <a:pt x="1223" y="1357"/>
                </a:lnTo>
                <a:lnTo>
                  <a:pt x="1184" y="1326"/>
                </a:lnTo>
                <a:lnTo>
                  <a:pt x="1141" y="1300"/>
                </a:lnTo>
                <a:lnTo>
                  <a:pt x="1094" y="1279"/>
                </a:lnTo>
                <a:lnTo>
                  <a:pt x="1046" y="1263"/>
                </a:lnTo>
                <a:lnTo>
                  <a:pt x="995" y="1254"/>
                </a:lnTo>
                <a:lnTo>
                  <a:pt x="942" y="1251"/>
                </a:lnTo>
                <a:close/>
                <a:moveTo>
                  <a:pt x="942" y="1203"/>
                </a:moveTo>
                <a:lnTo>
                  <a:pt x="996" y="1206"/>
                </a:lnTo>
                <a:lnTo>
                  <a:pt x="1049" y="1215"/>
                </a:lnTo>
                <a:lnTo>
                  <a:pt x="1101" y="1230"/>
                </a:lnTo>
                <a:lnTo>
                  <a:pt x="1149" y="1250"/>
                </a:lnTo>
                <a:lnTo>
                  <a:pt x="1194" y="1275"/>
                </a:lnTo>
                <a:lnTo>
                  <a:pt x="1237" y="1306"/>
                </a:lnTo>
                <a:lnTo>
                  <a:pt x="1276" y="1340"/>
                </a:lnTo>
                <a:lnTo>
                  <a:pt x="1310" y="1379"/>
                </a:lnTo>
                <a:lnTo>
                  <a:pt x="1340" y="1421"/>
                </a:lnTo>
                <a:lnTo>
                  <a:pt x="1365" y="1466"/>
                </a:lnTo>
                <a:lnTo>
                  <a:pt x="1386" y="1514"/>
                </a:lnTo>
                <a:lnTo>
                  <a:pt x="1401" y="1565"/>
                </a:lnTo>
                <a:lnTo>
                  <a:pt x="1411" y="1618"/>
                </a:lnTo>
                <a:lnTo>
                  <a:pt x="1414" y="1673"/>
                </a:lnTo>
                <a:lnTo>
                  <a:pt x="1411" y="1727"/>
                </a:lnTo>
                <a:lnTo>
                  <a:pt x="1402" y="1778"/>
                </a:lnTo>
                <a:lnTo>
                  <a:pt x="1386" y="1828"/>
                </a:lnTo>
                <a:lnTo>
                  <a:pt x="1366" y="1875"/>
                </a:lnTo>
                <a:lnTo>
                  <a:pt x="1342" y="1920"/>
                </a:lnTo>
                <a:lnTo>
                  <a:pt x="1312" y="1961"/>
                </a:lnTo>
                <a:lnTo>
                  <a:pt x="1279" y="2000"/>
                </a:lnTo>
                <a:lnTo>
                  <a:pt x="1241" y="2034"/>
                </a:lnTo>
                <a:lnTo>
                  <a:pt x="1201" y="2063"/>
                </a:lnTo>
                <a:lnTo>
                  <a:pt x="1155" y="2090"/>
                </a:lnTo>
                <a:lnTo>
                  <a:pt x="1109" y="2111"/>
                </a:lnTo>
                <a:lnTo>
                  <a:pt x="1059" y="2126"/>
                </a:lnTo>
                <a:lnTo>
                  <a:pt x="1059" y="2385"/>
                </a:lnTo>
                <a:lnTo>
                  <a:pt x="1090" y="2385"/>
                </a:lnTo>
                <a:lnTo>
                  <a:pt x="1090" y="2275"/>
                </a:lnTo>
                <a:lnTo>
                  <a:pt x="1093" y="2252"/>
                </a:lnTo>
                <a:lnTo>
                  <a:pt x="1100" y="2232"/>
                </a:lnTo>
                <a:lnTo>
                  <a:pt x="1112" y="2213"/>
                </a:lnTo>
                <a:lnTo>
                  <a:pt x="1128" y="2198"/>
                </a:lnTo>
                <a:lnTo>
                  <a:pt x="1145" y="2187"/>
                </a:lnTo>
                <a:lnTo>
                  <a:pt x="1166" y="2179"/>
                </a:lnTo>
                <a:lnTo>
                  <a:pt x="1188" y="2177"/>
                </a:lnTo>
                <a:lnTo>
                  <a:pt x="1199" y="2177"/>
                </a:lnTo>
                <a:lnTo>
                  <a:pt x="1222" y="2179"/>
                </a:lnTo>
                <a:lnTo>
                  <a:pt x="1243" y="2187"/>
                </a:lnTo>
                <a:lnTo>
                  <a:pt x="1261" y="2198"/>
                </a:lnTo>
                <a:lnTo>
                  <a:pt x="1276" y="2213"/>
                </a:lnTo>
                <a:lnTo>
                  <a:pt x="1288" y="2232"/>
                </a:lnTo>
                <a:lnTo>
                  <a:pt x="1296" y="2252"/>
                </a:lnTo>
                <a:lnTo>
                  <a:pt x="1298" y="2275"/>
                </a:lnTo>
                <a:lnTo>
                  <a:pt x="1298" y="2385"/>
                </a:lnTo>
                <a:lnTo>
                  <a:pt x="1336" y="2385"/>
                </a:lnTo>
                <a:lnTo>
                  <a:pt x="1336" y="2275"/>
                </a:lnTo>
                <a:lnTo>
                  <a:pt x="1339" y="2252"/>
                </a:lnTo>
                <a:lnTo>
                  <a:pt x="1346" y="2232"/>
                </a:lnTo>
                <a:lnTo>
                  <a:pt x="1357" y="2213"/>
                </a:lnTo>
                <a:lnTo>
                  <a:pt x="1373" y="2198"/>
                </a:lnTo>
                <a:lnTo>
                  <a:pt x="1391" y="2187"/>
                </a:lnTo>
                <a:lnTo>
                  <a:pt x="1412" y="2179"/>
                </a:lnTo>
                <a:lnTo>
                  <a:pt x="1435" y="2177"/>
                </a:lnTo>
                <a:lnTo>
                  <a:pt x="1446" y="2177"/>
                </a:lnTo>
                <a:lnTo>
                  <a:pt x="1468" y="2179"/>
                </a:lnTo>
                <a:lnTo>
                  <a:pt x="1489" y="2187"/>
                </a:lnTo>
                <a:lnTo>
                  <a:pt x="1507" y="2198"/>
                </a:lnTo>
                <a:lnTo>
                  <a:pt x="1522" y="2213"/>
                </a:lnTo>
                <a:lnTo>
                  <a:pt x="1533" y="2232"/>
                </a:lnTo>
                <a:lnTo>
                  <a:pt x="1541" y="2252"/>
                </a:lnTo>
                <a:lnTo>
                  <a:pt x="1543" y="2275"/>
                </a:lnTo>
                <a:lnTo>
                  <a:pt x="1543" y="2385"/>
                </a:lnTo>
                <a:lnTo>
                  <a:pt x="1582" y="2385"/>
                </a:lnTo>
                <a:lnTo>
                  <a:pt x="1582" y="2275"/>
                </a:lnTo>
                <a:lnTo>
                  <a:pt x="1584" y="2252"/>
                </a:lnTo>
                <a:lnTo>
                  <a:pt x="1592" y="2232"/>
                </a:lnTo>
                <a:lnTo>
                  <a:pt x="1603" y="2213"/>
                </a:lnTo>
                <a:lnTo>
                  <a:pt x="1618" y="2198"/>
                </a:lnTo>
                <a:lnTo>
                  <a:pt x="1637" y="2187"/>
                </a:lnTo>
                <a:lnTo>
                  <a:pt x="1657" y="2179"/>
                </a:lnTo>
                <a:lnTo>
                  <a:pt x="1680" y="2177"/>
                </a:lnTo>
                <a:lnTo>
                  <a:pt x="1690" y="2177"/>
                </a:lnTo>
                <a:lnTo>
                  <a:pt x="1713" y="2179"/>
                </a:lnTo>
                <a:lnTo>
                  <a:pt x="1734" y="2187"/>
                </a:lnTo>
                <a:lnTo>
                  <a:pt x="1752" y="2198"/>
                </a:lnTo>
                <a:lnTo>
                  <a:pt x="1768" y="2213"/>
                </a:lnTo>
                <a:lnTo>
                  <a:pt x="1780" y="2232"/>
                </a:lnTo>
                <a:lnTo>
                  <a:pt x="1786" y="2252"/>
                </a:lnTo>
                <a:lnTo>
                  <a:pt x="1790" y="2275"/>
                </a:lnTo>
                <a:lnTo>
                  <a:pt x="1790" y="2482"/>
                </a:lnTo>
                <a:lnTo>
                  <a:pt x="1789" y="2482"/>
                </a:lnTo>
                <a:lnTo>
                  <a:pt x="1789" y="2483"/>
                </a:lnTo>
                <a:lnTo>
                  <a:pt x="1789" y="3085"/>
                </a:lnTo>
                <a:lnTo>
                  <a:pt x="1789" y="3087"/>
                </a:lnTo>
                <a:lnTo>
                  <a:pt x="1789" y="3093"/>
                </a:lnTo>
                <a:lnTo>
                  <a:pt x="1788" y="3101"/>
                </a:lnTo>
                <a:lnTo>
                  <a:pt x="1786" y="3113"/>
                </a:lnTo>
                <a:lnTo>
                  <a:pt x="1785" y="3128"/>
                </a:lnTo>
                <a:lnTo>
                  <a:pt x="1782" y="3145"/>
                </a:lnTo>
                <a:lnTo>
                  <a:pt x="1779" y="3164"/>
                </a:lnTo>
                <a:lnTo>
                  <a:pt x="1773" y="3186"/>
                </a:lnTo>
                <a:lnTo>
                  <a:pt x="1767" y="3208"/>
                </a:lnTo>
                <a:lnTo>
                  <a:pt x="1759" y="3231"/>
                </a:lnTo>
                <a:lnTo>
                  <a:pt x="1749" y="3256"/>
                </a:lnTo>
                <a:lnTo>
                  <a:pt x="1737" y="3281"/>
                </a:lnTo>
                <a:lnTo>
                  <a:pt x="1723" y="3306"/>
                </a:lnTo>
                <a:lnTo>
                  <a:pt x="1707" y="3330"/>
                </a:lnTo>
                <a:lnTo>
                  <a:pt x="1688" y="3356"/>
                </a:lnTo>
                <a:lnTo>
                  <a:pt x="1666" y="3379"/>
                </a:lnTo>
                <a:lnTo>
                  <a:pt x="1642" y="3401"/>
                </a:lnTo>
                <a:lnTo>
                  <a:pt x="1614" y="3422"/>
                </a:lnTo>
                <a:lnTo>
                  <a:pt x="1583" y="3441"/>
                </a:lnTo>
                <a:lnTo>
                  <a:pt x="1549" y="3459"/>
                </a:lnTo>
                <a:lnTo>
                  <a:pt x="1511" y="3473"/>
                </a:lnTo>
                <a:lnTo>
                  <a:pt x="1469" y="3485"/>
                </a:lnTo>
                <a:lnTo>
                  <a:pt x="1424" y="3494"/>
                </a:lnTo>
                <a:lnTo>
                  <a:pt x="1374" y="3500"/>
                </a:lnTo>
                <a:lnTo>
                  <a:pt x="1320" y="3502"/>
                </a:lnTo>
                <a:lnTo>
                  <a:pt x="1264" y="3500"/>
                </a:lnTo>
                <a:lnTo>
                  <a:pt x="1212" y="3495"/>
                </a:lnTo>
                <a:lnTo>
                  <a:pt x="1163" y="3487"/>
                </a:lnTo>
                <a:lnTo>
                  <a:pt x="1120" y="3477"/>
                </a:lnTo>
                <a:lnTo>
                  <a:pt x="1080" y="3463"/>
                </a:lnTo>
                <a:lnTo>
                  <a:pt x="1044" y="3448"/>
                </a:lnTo>
                <a:lnTo>
                  <a:pt x="1011" y="3431"/>
                </a:lnTo>
                <a:lnTo>
                  <a:pt x="983" y="3413"/>
                </a:lnTo>
                <a:lnTo>
                  <a:pt x="956" y="3394"/>
                </a:lnTo>
                <a:lnTo>
                  <a:pt x="934" y="3373"/>
                </a:lnTo>
                <a:lnTo>
                  <a:pt x="914" y="3353"/>
                </a:lnTo>
                <a:lnTo>
                  <a:pt x="898" y="3332"/>
                </a:lnTo>
                <a:lnTo>
                  <a:pt x="884" y="3312"/>
                </a:lnTo>
                <a:lnTo>
                  <a:pt x="873" y="3292"/>
                </a:lnTo>
                <a:lnTo>
                  <a:pt x="864" y="3273"/>
                </a:lnTo>
                <a:lnTo>
                  <a:pt x="862" y="3270"/>
                </a:lnTo>
                <a:lnTo>
                  <a:pt x="858" y="3263"/>
                </a:lnTo>
                <a:lnTo>
                  <a:pt x="851" y="3251"/>
                </a:lnTo>
                <a:lnTo>
                  <a:pt x="842" y="3234"/>
                </a:lnTo>
                <a:lnTo>
                  <a:pt x="830" y="3215"/>
                </a:lnTo>
                <a:lnTo>
                  <a:pt x="817" y="3192"/>
                </a:lnTo>
                <a:lnTo>
                  <a:pt x="803" y="3165"/>
                </a:lnTo>
                <a:lnTo>
                  <a:pt x="786" y="3137"/>
                </a:lnTo>
                <a:lnTo>
                  <a:pt x="768" y="3106"/>
                </a:lnTo>
                <a:lnTo>
                  <a:pt x="749" y="3074"/>
                </a:lnTo>
                <a:lnTo>
                  <a:pt x="731" y="3040"/>
                </a:lnTo>
                <a:lnTo>
                  <a:pt x="711" y="3004"/>
                </a:lnTo>
                <a:lnTo>
                  <a:pt x="691" y="2969"/>
                </a:lnTo>
                <a:lnTo>
                  <a:pt x="670" y="2934"/>
                </a:lnTo>
                <a:lnTo>
                  <a:pt x="650" y="2898"/>
                </a:lnTo>
                <a:lnTo>
                  <a:pt x="630" y="2864"/>
                </a:lnTo>
                <a:lnTo>
                  <a:pt x="611" y="2829"/>
                </a:lnTo>
                <a:lnTo>
                  <a:pt x="593" y="2796"/>
                </a:lnTo>
                <a:lnTo>
                  <a:pt x="575" y="2766"/>
                </a:lnTo>
                <a:lnTo>
                  <a:pt x="559" y="2737"/>
                </a:lnTo>
                <a:lnTo>
                  <a:pt x="545" y="2711"/>
                </a:lnTo>
                <a:lnTo>
                  <a:pt x="532" y="2686"/>
                </a:lnTo>
                <a:lnTo>
                  <a:pt x="521" y="2667"/>
                </a:lnTo>
                <a:lnTo>
                  <a:pt x="512" y="2650"/>
                </a:lnTo>
                <a:lnTo>
                  <a:pt x="500" y="2621"/>
                </a:lnTo>
                <a:lnTo>
                  <a:pt x="492" y="2596"/>
                </a:lnTo>
                <a:lnTo>
                  <a:pt x="490" y="2572"/>
                </a:lnTo>
                <a:lnTo>
                  <a:pt x="492" y="2551"/>
                </a:lnTo>
                <a:lnTo>
                  <a:pt x="497" y="2532"/>
                </a:lnTo>
                <a:lnTo>
                  <a:pt x="507" y="2517"/>
                </a:lnTo>
                <a:lnTo>
                  <a:pt x="520" y="2504"/>
                </a:lnTo>
                <a:lnTo>
                  <a:pt x="534" y="2494"/>
                </a:lnTo>
                <a:lnTo>
                  <a:pt x="552" y="2487"/>
                </a:lnTo>
                <a:lnTo>
                  <a:pt x="572" y="2484"/>
                </a:lnTo>
                <a:lnTo>
                  <a:pt x="591" y="2483"/>
                </a:lnTo>
                <a:lnTo>
                  <a:pt x="614" y="2486"/>
                </a:lnTo>
                <a:lnTo>
                  <a:pt x="636" y="2496"/>
                </a:lnTo>
                <a:lnTo>
                  <a:pt x="659" y="2511"/>
                </a:lnTo>
                <a:lnTo>
                  <a:pt x="681" y="2533"/>
                </a:lnTo>
                <a:lnTo>
                  <a:pt x="705" y="2561"/>
                </a:lnTo>
                <a:lnTo>
                  <a:pt x="731" y="2592"/>
                </a:lnTo>
                <a:lnTo>
                  <a:pt x="757" y="2626"/>
                </a:lnTo>
                <a:lnTo>
                  <a:pt x="785" y="2662"/>
                </a:lnTo>
                <a:lnTo>
                  <a:pt x="816" y="2700"/>
                </a:lnTo>
                <a:lnTo>
                  <a:pt x="850" y="2737"/>
                </a:lnTo>
                <a:lnTo>
                  <a:pt x="850" y="2133"/>
                </a:lnTo>
                <a:lnTo>
                  <a:pt x="797" y="2120"/>
                </a:lnTo>
                <a:lnTo>
                  <a:pt x="746" y="2100"/>
                </a:lnTo>
                <a:lnTo>
                  <a:pt x="699" y="2076"/>
                </a:lnTo>
                <a:lnTo>
                  <a:pt x="654" y="2046"/>
                </a:lnTo>
                <a:lnTo>
                  <a:pt x="615" y="2011"/>
                </a:lnTo>
                <a:lnTo>
                  <a:pt x="578" y="1972"/>
                </a:lnTo>
                <a:lnTo>
                  <a:pt x="546" y="1930"/>
                </a:lnTo>
                <a:lnTo>
                  <a:pt x="520" y="1884"/>
                </a:lnTo>
                <a:lnTo>
                  <a:pt x="499" y="1835"/>
                </a:lnTo>
                <a:lnTo>
                  <a:pt x="482" y="1783"/>
                </a:lnTo>
                <a:lnTo>
                  <a:pt x="473" y="1729"/>
                </a:lnTo>
                <a:lnTo>
                  <a:pt x="469" y="1673"/>
                </a:lnTo>
                <a:lnTo>
                  <a:pt x="472" y="1618"/>
                </a:lnTo>
                <a:lnTo>
                  <a:pt x="482" y="1565"/>
                </a:lnTo>
                <a:lnTo>
                  <a:pt x="496" y="1514"/>
                </a:lnTo>
                <a:lnTo>
                  <a:pt x="517" y="1466"/>
                </a:lnTo>
                <a:lnTo>
                  <a:pt x="543" y="1421"/>
                </a:lnTo>
                <a:lnTo>
                  <a:pt x="573" y="1379"/>
                </a:lnTo>
                <a:lnTo>
                  <a:pt x="608" y="1340"/>
                </a:lnTo>
                <a:lnTo>
                  <a:pt x="647" y="1306"/>
                </a:lnTo>
                <a:lnTo>
                  <a:pt x="689" y="1275"/>
                </a:lnTo>
                <a:lnTo>
                  <a:pt x="734" y="1250"/>
                </a:lnTo>
                <a:lnTo>
                  <a:pt x="783" y="1230"/>
                </a:lnTo>
                <a:lnTo>
                  <a:pt x="834" y="1215"/>
                </a:lnTo>
                <a:lnTo>
                  <a:pt x="887" y="1206"/>
                </a:lnTo>
                <a:lnTo>
                  <a:pt x="942" y="1203"/>
                </a:lnTo>
                <a:close/>
                <a:moveTo>
                  <a:pt x="639" y="141"/>
                </a:moveTo>
                <a:lnTo>
                  <a:pt x="628" y="144"/>
                </a:lnTo>
                <a:lnTo>
                  <a:pt x="619" y="153"/>
                </a:lnTo>
                <a:lnTo>
                  <a:pt x="616" y="165"/>
                </a:lnTo>
                <a:lnTo>
                  <a:pt x="619" y="177"/>
                </a:lnTo>
                <a:lnTo>
                  <a:pt x="628" y="185"/>
                </a:lnTo>
                <a:lnTo>
                  <a:pt x="639" y="188"/>
                </a:lnTo>
                <a:lnTo>
                  <a:pt x="1056" y="188"/>
                </a:lnTo>
                <a:lnTo>
                  <a:pt x="1068" y="185"/>
                </a:lnTo>
                <a:lnTo>
                  <a:pt x="1077" y="177"/>
                </a:lnTo>
                <a:lnTo>
                  <a:pt x="1080" y="165"/>
                </a:lnTo>
                <a:lnTo>
                  <a:pt x="1077" y="153"/>
                </a:lnTo>
                <a:lnTo>
                  <a:pt x="1068" y="144"/>
                </a:lnTo>
                <a:lnTo>
                  <a:pt x="1056" y="141"/>
                </a:lnTo>
                <a:lnTo>
                  <a:pt x="639" y="141"/>
                </a:lnTo>
                <a:close/>
                <a:moveTo>
                  <a:pt x="197" y="0"/>
                </a:moveTo>
                <a:lnTo>
                  <a:pt x="1498" y="0"/>
                </a:lnTo>
                <a:lnTo>
                  <a:pt x="1533" y="2"/>
                </a:lnTo>
                <a:lnTo>
                  <a:pt x="1566" y="12"/>
                </a:lnTo>
                <a:lnTo>
                  <a:pt x="1597" y="26"/>
                </a:lnTo>
                <a:lnTo>
                  <a:pt x="1625" y="46"/>
                </a:lnTo>
                <a:lnTo>
                  <a:pt x="1648" y="69"/>
                </a:lnTo>
                <a:lnTo>
                  <a:pt x="1668" y="97"/>
                </a:lnTo>
                <a:lnTo>
                  <a:pt x="1683" y="127"/>
                </a:lnTo>
                <a:lnTo>
                  <a:pt x="1692" y="160"/>
                </a:lnTo>
                <a:lnTo>
                  <a:pt x="1696" y="196"/>
                </a:lnTo>
                <a:lnTo>
                  <a:pt x="1696" y="2034"/>
                </a:lnTo>
                <a:lnTo>
                  <a:pt x="1558" y="2034"/>
                </a:lnTo>
                <a:lnTo>
                  <a:pt x="1558" y="310"/>
                </a:lnTo>
                <a:lnTo>
                  <a:pt x="137" y="310"/>
                </a:lnTo>
                <a:lnTo>
                  <a:pt x="137" y="2542"/>
                </a:lnTo>
                <a:lnTo>
                  <a:pt x="356" y="2542"/>
                </a:lnTo>
                <a:lnTo>
                  <a:pt x="551" y="2905"/>
                </a:lnTo>
                <a:lnTo>
                  <a:pt x="197" y="2905"/>
                </a:lnTo>
                <a:lnTo>
                  <a:pt x="161" y="2902"/>
                </a:lnTo>
                <a:lnTo>
                  <a:pt x="128" y="2892"/>
                </a:lnTo>
                <a:lnTo>
                  <a:pt x="98" y="2878"/>
                </a:lnTo>
                <a:lnTo>
                  <a:pt x="71" y="2858"/>
                </a:lnTo>
                <a:lnTo>
                  <a:pt x="46" y="2835"/>
                </a:lnTo>
                <a:lnTo>
                  <a:pt x="27" y="2807"/>
                </a:lnTo>
                <a:lnTo>
                  <a:pt x="12" y="2777"/>
                </a:lnTo>
                <a:lnTo>
                  <a:pt x="3" y="2744"/>
                </a:lnTo>
                <a:lnTo>
                  <a:pt x="0" y="2708"/>
                </a:lnTo>
                <a:lnTo>
                  <a:pt x="0" y="196"/>
                </a:lnTo>
                <a:lnTo>
                  <a:pt x="3" y="160"/>
                </a:lnTo>
                <a:lnTo>
                  <a:pt x="12" y="127"/>
                </a:lnTo>
                <a:lnTo>
                  <a:pt x="27" y="97"/>
                </a:lnTo>
                <a:lnTo>
                  <a:pt x="46" y="69"/>
                </a:lnTo>
                <a:lnTo>
                  <a:pt x="71" y="46"/>
                </a:lnTo>
                <a:lnTo>
                  <a:pt x="98" y="26"/>
                </a:lnTo>
                <a:lnTo>
                  <a:pt x="128" y="12"/>
                </a:lnTo>
                <a:lnTo>
                  <a:pt x="161" y="2"/>
                </a:lnTo>
                <a:lnTo>
                  <a:pt x="1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9881314" y="802340"/>
            <a:ext cx="2187600" cy="3078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2. Presentation Flow</a:t>
            </a:r>
            <a:endParaRPr b="0" i="0" sz="1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3" name="Google Shape;39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16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400" name="Google Shape;400;p16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01" name="Google Shape;401;p16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402" name="Google Shape;402;p16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8" name="Google Shape;408;p16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09" name="Google Shape;409;p16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2" name="Google Shape;412;p16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6" name="Google Shape;416;p16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7" name="Google Shape;417;p16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0" name="Google Shape;420;p16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1" name="Google Shape;421;p16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4" name="Google Shape;424;p16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5" name="Google Shape;425;p16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8" name="Google Shape;428;p16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9" name="Google Shape;429;p16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437" name="Google Shape;437;p16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438" name="Google Shape;438;p16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0" name="Google Shape;440;p16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2" name="Google Shape;442;p16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4" name="Google Shape;444;p16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6" name="Google Shape;446;p16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4" name="Google Shape;454;p16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5" name="Google Shape;455;p16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6" name="Google Shape;456;p16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73" name="Google Shape;473;p16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6" name="Google Shape;476;p16"/>
          <p:cNvSpPr txBox="1"/>
          <p:nvPr/>
        </p:nvSpPr>
        <p:spPr>
          <a:xfrm>
            <a:off x="923625" y="1177625"/>
            <a:ext cx="10252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Missing-person investigations require information to be collected from multiple sources.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searching of case records and web information can be time-consuming and inefficient.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Conventional search systems often require users to know specific keywords or search parameters.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need for an AI-based system that can understand natural-language investigation queries.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proposed system uses a local LLM, structured case database, and web search to retrieve and organize relevant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system aims to provide AI-assisted investigation summaries while using synthetic data for safe and controlled experimentation.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17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482" name="Google Shape;482;p17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83" name="Google Shape;483;p17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484" name="Google Shape;484;p17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" name="Google Shape;485;p17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6" name="Google Shape;486;p17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7" name="Google Shape;487;p17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8" name="Google Shape;488;p17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9" name="Google Shape;489;p17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0" name="Google Shape;490;p17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1" name="Google Shape;491;p17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" name="Google Shape;492;p17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3" name="Google Shape;493;p17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" name="Google Shape;494;p17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5" name="Google Shape;495;p17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6" name="Google Shape;496;p17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7" name="Google Shape;497;p17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" name="Google Shape;498;p17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9" name="Google Shape;499;p17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0" name="Google Shape;500;p17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1" name="Google Shape;501;p17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2" name="Google Shape;502;p17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3" name="Google Shape;503;p17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4" name="Google Shape;504;p17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5" name="Google Shape;505;p17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6" name="Google Shape;506;p17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7" name="Google Shape;507;p17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8" name="Google Shape;508;p17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09" name="Google Shape;509;p17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0" name="Google Shape;510;p17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1" name="Google Shape;511;p17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2" name="Google Shape;512;p17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3" name="Google Shape;513;p17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6" name="Google Shape;516;p17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7" name="Google Shape;517;p17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8" name="Google Shape;518;p17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19" name="Google Shape;519;p17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520" name="Google Shape;520;p17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p17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4" name="Google Shape;524;p17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0" name="Google Shape;530;p17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1" name="Google Shape;531;p17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2" name="Google Shape;532;p17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3" name="Google Shape;533;p17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4" name="Google Shape;534;p17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5" name="Google Shape;535;p17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p17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7" name="Google Shape;537;p17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8" name="Google Shape;538;p17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9" name="Google Shape;539;p17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0" name="Google Shape;540;p17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p17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2" name="Google Shape;542;p17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3" name="Google Shape;543;p17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4" name="Google Shape;544;p17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17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6" name="Google Shape;546;p17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17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8" name="Google Shape;548;p17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9" name="Google Shape;549;p17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0" name="Google Shape;550;p17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1" name="Google Shape;551;p17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2" name="Google Shape;552;p17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3" name="Google Shape;553;p17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4" name="Google Shape;554;p17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55" name="Google Shape;555;p17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Initiatives / Objectives</a:t>
            </a:r>
            <a:endParaRPr b="1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6" name="Google Shape;5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7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8" name="Google Shape;558;p17"/>
          <p:cNvSpPr txBox="1"/>
          <p:nvPr/>
        </p:nvSpPr>
        <p:spPr>
          <a:xfrm>
            <a:off x="923625" y="1177625"/>
            <a:ext cx="10252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an AI-powered investigation assistant using a local LLM.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Qwen3 14B with Ollama for local AI reasoning.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structured synthetic missing-person database for controlled testing.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natural-language search based on age, gender, location, and case ID.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Tavily Web Search for retrieving relevant external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LLM tool calling for automatic selection of appropriate tools.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Gradio-based interactive interface for user interaction.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structured investigation reports from retrieved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agent activity and tool usage for better transparency.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a modular architecture combining LLM, database, web search, and AI-agent technologies.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18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564" name="Google Shape;564;p18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65" name="Google Shape;565;p18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566" name="Google Shape;566;p18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7" name="Google Shape;567;p18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8" name="Google Shape;568;p18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69" name="Google Shape;569;p18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0" name="Google Shape;570;p18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1" name="Google Shape;571;p18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2" name="Google Shape;572;p18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3" name="Google Shape;573;p18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4" name="Google Shape;574;p18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5" name="Google Shape;575;p18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6" name="Google Shape;576;p18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7" name="Google Shape;577;p18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8" name="Google Shape;578;p18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79" name="Google Shape;579;p18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0" name="Google Shape;580;p18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1" name="Google Shape;581;p18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2" name="Google Shape;582;p18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7" name="Google Shape;587;p18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8" name="Google Shape;588;p18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0" name="Google Shape;590;p18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1" name="Google Shape;591;p18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2" name="Google Shape;592;p18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3" name="Google Shape;593;p18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4" name="Google Shape;594;p18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5" name="Google Shape;595;p18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6" name="Google Shape;596;p18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7" name="Google Shape;597;p18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8" name="Google Shape;598;p18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99" name="Google Shape;599;p18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0" name="Google Shape;600;p18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01" name="Google Shape;601;p18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602" name="Google Shape;602;p18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1" name="Google Shape;611;p18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2" name="Google Shape;612;p18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3" name="Google Shape;613;p18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4" name="Google Shape;614;p18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6" name="Google Shape;616;p18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37" name="Google Shape;637;p18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processes/Solutions</a:t>
            </a:r>
            <a:endParaRPr b="1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8" name="Google Shape;6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18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0" name="Google Shape;640;p18"/>
          <p:cNvSpPr txBox="1"/>
          <p:nvPr/>
        </p:nvSpPr>
        <p:spPr>
          <a:xfrm>
            <a:off x="923625" y="1177625"/>
            <a:ext cx="10252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investigation: Officers or volunteers collect and cross-check information from different sources.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Missing-person databases: Centralized databases store case details such as name, age, location, and physical description.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search engines: Public information is searched manually using keywords and case details.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Facial recognition systems: Existing AI solutions use computer vision and deep learning to identify potential matches from images.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Tracking systems: Some solutions use GPS, geofencing, notifications, and surveillance data to assist with tracking.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Limitations: These approaches can involve multiple separate systems and often require manual searching, filtering, and interpretation of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19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646" name="Google Shape;646;p19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47" name="Google Shape;647;p19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648" name="Google Shape;648;p19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9" name="Google Shape;649;p19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0" name="Google Shape;650;p19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1" name="Google Shape;651;p19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2" name="Google Shape;652;p19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3" name="Google Shape;653;p19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4" name="Google Shape;654;p19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5" name="Google Shape;655;p19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6" name="Google Shape;656;p19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7" name="Google Shape;657;p19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8" name="Google Shape;658;p19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9" name="Google Shape;659;p19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0" name="Google Shape;660;p19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1" name="Google Shape;661;p19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2" name="Google Shape;662;p19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3" name="Google Shape;663;p19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4" name="Google Shape;664;p19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5" name="Google Shape;665;p19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6" name="Google Shape;666;p19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7" name="Google Shape;667;p19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8" name="Google Shape;668;p19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9" name="Google Shape;669;p19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0" name="Google Shape;670;p19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1" name="Google Shape;671;p19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2" name="Google Shape;672;p19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3" name="Google Shape;673;p19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4" name="Google Shape;674;p19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5" name="Google Shape;675;p19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6" name="Google Shape;676;p19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7" name="Google Shape;677;p19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8" name="Google Shape;678;p19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79" name="Google Shape;679;p19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0" name="Google Shape;680;p19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1" name="Google Shape;681;p19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82" name="Google Shape;682;p19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683" name="Google Shape;683;p19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684" name="Google Shape;684;p19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8" name="Google Shape;688;p19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9" name="Google Shape;689;p19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0" name="Google Shape;690;p19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1" name="Google Shape;691;p19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2" name="Google Shape;692;p19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6" name="Google Shape;696;p19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7" name="Google Shape;697;p19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6" name="Google Shape;716;p19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7" name="Google Shape;717;p19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18" name="Google Shape;718;p19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19" name="Google Shape;719;p19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&amp; contrast alternative solution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0" name="Google Shape;7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19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2" name="Google Shape;722;p19"/>
          <p:cNvSpPr txBox="1"/>
          <p:nvPr/>
        </p:nvSpPr>
        <p:spPr>
          <a:xfrm>
            <a:off x="923625" y="1177625"/>
            <a:ext cx="10252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3" name="Google Shape;7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" y="1534916"/>
            <a:ext cx="12191999" cy="3790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0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729" name="Google Shape;729;p20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30" name="Google Shape;730;p20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731" name="Google Shape;731;p20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2" name="Google Shape;732;p20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3" name="Google Shape;733;p20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4" name="Google Shape;734;p20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5" name="Google Shape;735;p20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6" name="Google Shape;736;p20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7" name="Google Shape;737;p20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8" name="Google Shape;738;p20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39" name="Google Shape;739;p20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0" name="Google Shape;740;p20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1" name="Google Shape;741;p20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2" name="Google Shape;742;p20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3" name="Google Shape;743;p20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4" name="Google Shape;744;p20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5" name="Google Shape;745;p20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6" name="Google Shape;746;p20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7" name="Google Shape;747;p20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8" name="Google Shape;748;p20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49" name="Google Shape;749;p20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0" name="Google Shape;750;p20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1" name="Google Shape;751;p20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2" name="Google Shape;752;p20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3" name="Google Shape;753;p20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4" name="Google Shape;754;p20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5" name="Google Shape;755;p20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6" name="Google Shape;756;p20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7" name="Google Shape;757;p20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8" name="Google Shape;758;p20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9" name="Google Shape;759;p20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0" name="Google Shape;760;p20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766" name="Google Shape;766;p20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767" name="Google Shape;767;p20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9" name="Google Shape;779;p20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2" name="Google Shape;782;p20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89" name="Google Shape;789;p20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0" name="Google Shape;790;p20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1" name="Google Shape;791;p20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2" name="Google Shape;792;p20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3" name="Google Shape;793;p20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4" name="Google Shape;794;p20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5" name="Google Shape;795;p20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6" name="Google Shape;796;p20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7" name="Google Shape;797;p20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8" name="Google Shape;798;p20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99" name="Google Shape;799;p20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0" name="Google Shape;800;p20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01" name="Google Shape;801;p20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02" name="Google Shape;802;p20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Modeling and Algorithm Development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3" name="Google Shape;8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0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5" name="Google Shape;805;p20"/>
          <p:cNvSpPr txBox="1"/>
          <p:nvPr/>
        </p:nvSpPr>
        <p:spPr>
          <a:xfrm>
            <a:off x="923625" y="1177625"/>
            <a:ext cx="10252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Modeling &amp; Algorithm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Input: Natural-language investigation query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Process: Query analysis → Tool selection → Data/Web search → LLM analysis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 search_cases • get_case • web_search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Structured investigation report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+ Gradio — Application &amp; UI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Qwen3 14B + Ollama — Local LLM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 — Synthetic case database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Tavily API — Web search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Calling — Agent-based workflow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21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811" name="Google Shape;811;p21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12" name="Google Shape;812;p21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813" name="Google Shape;813;p21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4" name="Google Shape;814;p21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5" name="Google Shape;815;p21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6" name="Google Shape;816;p21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7" name="Google Shape;817;p21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8" name="Google Shape;818;p21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19" name="Google Shape;819;p21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0" name="Google Shape;820;p21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1" name="Google Shape;821;p21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2" name="Google Shape;822;p21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3" name="Google Shape;823;p21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4" name="Google Shape;824;p21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5" name="Google Shape;825;p21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6" name="Google Shape;826;p21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7" name="Google Shape;827;p21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8" name="Google Shape;828;p21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29" name="Google Shape;829;p21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0" name="Google Shape;830;p21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1" name="Google Shape;831;p21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2" name="Google Shape;832;p21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3" name="Google Shape;833;p21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4" name="Google Shape;834;p21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5" name="Google Shape;835;p21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6" name="Google Shape;836;p21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7" name="Google Shape;837;p21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8" name="Google Shape;838;p21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39" name="Google Shape;839;p21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0" name="Google Shape;840;p21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1" name="Google Shape;841;p21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2" name="Google Shape;842;p21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3" name="Google Shape;843;p21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4" name="Google Shape;844;p21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5" name="Google Shape;845;p21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6" name="Google Shape;846;p21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47" name="Google Shape;847;p21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848" name="Google Shape;848;p21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849" name="Google Shape;849;p21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5" name="Google Shape;855;p21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6" name="Google Shape;856;p21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8" name="Google Shape;858;p21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9" name="Google Shape;859;p21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0" name="Google Shape;860;p21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7" name="Google Shape;867;p21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8" name="Google Shape;868;p21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84" name="Google Shape;884;p21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5" name="Google Shape;88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21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7" name="Google Shape;88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6175" y="741600"/>
            <a:ext cx="8062199" cy="537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22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893" name="Google Shape;893;p22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894" name="Google Shape;894;p22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895" name="Google Shape;895;p22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6" name="Google Shape;896;p22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7" name="Google Shape;897;p22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8" name="Google Shape;898;p22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899" name="Google Shape;899;p22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0" name="Google Shape;900;p22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1" name="Google Shape;901;p22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2" name="Google Shape;902;p22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3" name="Google Shape;903;p22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4" name="Google Shape;904;p22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5" name="Google Shape;905;p22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6" name="Google Shape;906;p22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7" name="Google Shape;907;p22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8" name="Google Shape;908;p22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9" name="Google Shape;909;p22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0" name="Google Shape;910;p22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1" name="Google Shape;911;p22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2" name="Google Shape;912;p22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3" name="Google Shape;913;p22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8" name="Google Shape;918;p22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9" name="Google Shape;919;p22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0" name="Google Shape;920;p22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1" name="Google Shape;921;p22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3" name="Google Shape;923;p22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4" name="Google Shape;924;p22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7" name="Google Shape;927;p22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8" name="Google Shape;928;p22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30" name="Google Shape;930;p22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931" name="Google Shape;931;p22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2" name="Google Shape;932;p22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3" name="Google Shape;933;p22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4" name="Google Shape;934;p22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5" name="Google Shape;935;p22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6" name="Google Shape;936;p22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7" name="Google Shape;937;p22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8" name="Google Shape;938;p22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9" name="Google Shape;939;p22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0" name="Google Shape;940;p22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1" name="Google Shape;941;p22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2" name="Google Shape;942;p22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3" name="Google Shape;943;p22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4" name="Google Shape;944;p22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5" name="Google Shape;945;p22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6" name="Google Shape;946;p22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7" name="Google Shape;947;p22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8" name="Google Shape;948;p22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9" name="Google Shape;949;p22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0" name="Google Shape;950;p22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1" name="Google Shape;951;p22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2" name="Google Shape;952;p22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3" name="Google Shape;953;p22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4" name="Google Shape;954;p22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5" name="Google Shape;955;p22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6" name="Google Shape;956;p22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7" name="Google Shape;957;p22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8" name="Google Shape;958;p22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9" name="Google Shape;959;p22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0" name="Google Shape;960;p22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1" name="Google Shape;961;p22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2" name="Google Shape;962;p22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3" name="Google Shape;963;p22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4" name="Google Shape;964;p22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5" name="Google Shape;965;p22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66" name="Google Shape;966;p22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Project Features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7" name="Google Shape;9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22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9" name="Google Shape;969;p22"/>
          <p:cNvSpPr txBox="1"/>
          <p:nvPr/>
        </p:nvSpPr>
        <p:spPr>
          <a:xfrm>
            <a:off x="1532375" y="1177625"/>
            <a:ext cx="8704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Language Query: Users enter investigation queries in plain English.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Search: Filters synthetic records by age, gender, location, etc.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Retrieval: Fetches complete details using a case ID.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Search: Tavily retrieves relevant external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Agent: Qwen3 14B automatically selects and uses required tools.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 Report: Combines retrieved information into a structured response.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Log: Displays the tools and actions performed by the agent.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UI: Gradio provides a simple interface for investigation queries and results.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4" name="Google Shape;974;p23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975" name="Google Shape;975;p23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76" name="Google Shape;976;p23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977" name="Google Shape;977;p23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8" name="Google Shape;978;p23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9" name="Google Shape;979;p23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0" name="Google Shape;980;p23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1" name="Google Shape;981;p23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2" name="Google Shape;982;p23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3" name="Google Shape;983;p23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4" name="Google Shape;984;p23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5" name="Google Shape;985;p23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6" name="Google Shape;986;p23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7" name="Google Shape;987;p23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7" name="Google Shape;997;p23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8" name="Google Shape;998;p23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9" name="Google Shape;999;p23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0" name="Google Shape;1000;p23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1" name="Google Shape;1001;p23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4" name="Google Shape;1004;p23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6" name="Google Shape;1006;p23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7" name="Google Shape;1007;p23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9" name="Google Shape;1009;p23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0" name="Google Shape;1010;p23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012" name="Google Shape;1012;p23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013" name="Google Shape;1013;p23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4" name="Google Shape;1014;p23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5" name="Google Shape;1015;p23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6" name="Google Shape;1016;p23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7" name="Google Shape;1017;p23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8" name="Google Shape;1018;p23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19" name="Google Shape;1019;p23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0" name="Google Shape;1020;p23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1" name="Google Shape;1021;p23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2" name="Google Shape;1022;p23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3" name="Google Shape;1023;p23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4" name="Google Shape;1024;p23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5" name="Google Shape;1025;p23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6" name="Google Shape;1026;p23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7" name="Google Shape;1027;p23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8" name="Google Shape;1028;p23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29" name="Google Shape;1029;p23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0" name="Google Shape;1030;p23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1" name="Google Shape;1031;p23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2" name="Google Shape;1032;p23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3" name="Google Shape;1033;p23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4" name="Google Shape;1034;p23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5" name="Google Shape;1035;p23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6" name="Google Shape;1036;p23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7" name="Google Shape;1037;p23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8" name="Google Shape;1038;p23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39" name="Google Shape;1039;p23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0" name="Google Shape;1040;p23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1" name="Google Shape;1041;p23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2" name="Google Shape;1042;p23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3" name="Google Shape;1043;p23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4" name="Google Shape;1044;p23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5" name="Google Shape;1045;p23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6" name="Google Shape;1046;p23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7" name="Google Shape;1047;p23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48" name="Google Shape;1048;p23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Project Features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9" name="Google Shape;10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23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1" name="Google Shape;1051;p23"/>
          <p:cNvSpPr txBox="1"/>
          <p:nvPr/>
        </p:nvSpPr>
        <p:spPr>
          <a:xfrm>
            <a:off x="1532375" y="1177625"/>
            <a:ext cx="8704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 Language Query: Users enter investigation queries in plain English.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Search: Filters synthetic records by age, gender, location, etc.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Retrieval: Fetches complete details using a case ID.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Search: Tavily retrieves relevant external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Agent: Qwen3 14B automatically selects and uses required tools.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Investigation Report: Combines retrieved information into a structured response.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Log: Displays the tools and actions performed by the agent.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UI: Gradio provides a simple interface for investigation queries and results.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p24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057" name="Google Shape;1057;p24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058" name="Google Shape;1058;p24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059" name="Google Shape;1059;p24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094" name="Google Shape;1094;p24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095" name="Google Shape;1095;p24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6" name="Google Shape;1096;p24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7" name="Google Shape;1097;p24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8" name="Google Shape;1098;p24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9" name="Google Shape;1099;p24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0" name="Google Shape;1100;p24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1" name="Google Shape;1101;p24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3" name="Google Shape;1103;p24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4" name="Google Shape;1104;p24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5" name="Google Shape;1105;p24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6" name="Google Shape;1106;p24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7" name="Google Shape;1107;p24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8" name="Google Shape;1108;p24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9" name="Google Shape;1109;p24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0" name="Google Shape;1110;p24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1" name="Google Shape;1111;p24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2" name="Google Shape;1112;p24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3" name="Google Shape;1113;p24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4" name="Google Shape;1114;p24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5" name="Google Shape;1115;p24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6" name="Google Shape;1116;p24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7" name="Google Shape;1117;p24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8" name="Google Shape;1118;p24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9" name="Google Shape;1119;p24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0" name="Google Shape;1120;p24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1" name="Google Shape;1121;p24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2" name="Google Shape;1122;p24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3" name="Google Shape;1123;p24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4" name="Google Shape;1124;p24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5" name="Google Shape;1125;p24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6" name="Google Shape;1126;p24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7" name="Google Shape;1127;p24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8" name="Google Shape;1128;p24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9" name="Google Shape;1129;p24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30" name="Google Shape;1130;p24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Outcomes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1" name="Google Shape;11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24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3" name="Google Shape;1133;p24"/>
          <p:cNvSpPr txBox="1"/>
          <p:nvPr/>
        </p:nvSpPr>
        <p:spPr>
          <a:xfrm>
            <a:off x="1532375" y="1177625"/>
            <a:ext cx="8704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AI Agent: Successfully integrates Qwen3 14B with Ollama.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Retrieval: Successfully searches and retrieves records from the synthetic database.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Search: Tavily successfully retrieves external web information.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 Calling: Agent selects appropriate tools based on the user query.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Generation: Produces structured investigation summaries.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Interface: Gradio provides real-time query and result display.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 Tracking: Tool usage and agent actions are displayed to the user.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 Prototype: Demonstrates an end-to-end AI-assisted investigation workflow.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25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139" name="Google Shape;1139;p25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40" name="Google Shape;1140;p25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141" name="Google Shape;1141;p25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2" name="Google Shape;1142;p25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49" name="Google Shape;1149;p25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0" name="Google Shape;1150;p25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7" name="Google Shape;1157;p25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8" name="Google Shape;1158;p25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59" name="Google Shape;1159;p25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0" name="Google Shape;1160;p25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1" name="Google Shape;1161;p25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2" name="Google Shape;1162;p25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3" name="Google Shape;1163;p25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4" name="Google Shape;1164;p25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5" name="Google Shape;1165;p25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6" name="Google Shape;1166;p25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7" name="Google Shape;1167;p25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8" name="Google Shape;1168;p25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69" name="Google Shape;1169;p25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0" name="Google Shape;1170;p25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1" name="Google Shape;1171;p25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2" name="Google Shape;1172;p25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3" name="Google Shape;1173;p25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4" name="Google Shape;1174;p25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75" name="Google Shape;1175;p25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176" name="Google Shape;1176;p25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177" name="Google Shape;1177;p25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8" name="Google Shape;1178;p25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9" name="Google Shape;1179;p25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0" name="Google Shape;1180;p25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1" name="Google Shape;1181;p25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2" name="Google Shape;1182;p25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3" name="Google Shape;1183;p25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4" name="Google Shape;1184;p25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5" name="Google Shape;1185;p25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6" name="Google Shape;1186;p25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7" name="Google Shape;1187;p25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8" name="Google Shape;1188;p25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9" name="Google Shape;1189;p25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0" name="Google Shape;1190;p25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1" name="Google Shape;1191;p25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2" name="Google Shape;1192;p25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3" name="Google Shape;1193;p25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4" name="Google Shape;1194;p25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5" name="Google Shape;1195;p25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6" name="Google Shape;1196;p25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7" name="Google Shape;1197;p25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8" name="Google Shape;1198;p25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9" name="Google Shape;1199;p25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0" name="Google Shape;1200;p25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1" name="Google Shape;1201;p25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2" name="Google Shape;1202;p25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3" name="Google Shape;1203;p25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4" name="Google Shape;1204;p25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5" name="Google Shape;1205;p25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6" name="Google Shape;1206;p25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7" name="Google Shape;1207;p25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8" name="Google Shape;1208;p25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9" name="Google Shape;1209;p25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0" name="Google Shape;1210;p25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1" name="Google Shape;1211;p25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12" name="Google Shape;1212;p25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 Screenshot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3" name="Google Shape;1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25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5" name="Google Shape;1215;p25" title="Screenshot 2026-09-20 2011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388" y="1038425"/>
            <a:ext cx="10516435" cy="496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26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221" name="Google Shape;1221;p26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22" name="Google Shape;1222;p26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223" name="Google Shape;1223;p26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4" name="Google Shape;1224;p26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5" name="Google Shape;1225;p26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6" name="Google Shape;1226;p26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7" name="Google Shape;1227;p26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8" name="Google Shape;1228;p26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29" name="Google Shape;1229;p26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0" name="Google Shape;1230;p26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1" name="Google Shape;1231;p26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2" name="Google Shape;1232;p26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3" name="Google Shape;1233;p26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4" name="Google Shape;1234;p26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5" name="Google Shape;1235;p26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6" name="Google Shape;1236;p26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7" name="Google Shape;1237;p26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8" name="Google Shape;1238;p26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39" name="Google Shape;1239;p26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0" name="Google Shape;1240;p26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1" name="Google Shape;1241;p26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2" name="Google Shape;1242;p26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3" name="Google Shape;1243;p26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4" name="Google Shape;1244;p26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5" name="Google Shape;1245;p26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6" name="Google Shape;1246;p26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7" name="Google Shape;1247;p26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8" name="Google Shape;1248;p26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49" name="Google Shape;1249;p26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0" name="Google Shape;1250;p26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1" name="Google Shape;1251;p26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2" name="Google Shape;1252;p26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3" name="Google Shape;1253;p26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4" name="Google Shape;1254;p26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5" name="Google Shape;1255;p26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6" name="Google Shape;1256;p26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257" name="Google Shape;1257;p26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258" name="Google Shape;1258;p26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259" name="Google Shape;1259;p26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0" name="Google Shape;1260;p26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1" name="Google Shape;1261;p26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2" name="Google Shape;1262;p26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3" name="Google Shape;1263;p26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4" name="Google Shape;1264;p26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5" name="Google Shape;1265;p26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6" name="Google Shape;1266;p26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7" name="Google Shape;1267;p26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8" name="Google Shape;1268;p26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9" name="Google Shape;1269;p26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0" name="Google Shape;1270;p26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1" name="Google Shape;1271;p26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2" name="Google Shape;1272;p26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3" name="Google Shape;1273;p26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4" name="Google Shape;1274;p26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5" name="Google Shape;1275;p26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6" name="Google Shape;1276;p26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7" name="Google Shape;1277;p26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8" name="Google Shape;1278;p26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9" name="Google Shape;1279;p26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0" name="Google Shape;1280;p26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1" name="Google Shape;1281;p26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2" name="Google Shape;1282;p26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3" name="Google Shape;1283;p26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4" name="Google Shape;1284;p26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5" name="Google Shape;1285;p26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6" name="Google Shape;1286;p26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7" name="Google Shape;1287;p26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8" name="Google Shape;1288;p26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9" name="Google Shape;1289;p26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0" name="Google Shape;1290;p26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1" name="Google Shape;1291;p26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2" name="Google Shape;1292;p26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3" name="Google Shape;1293;p26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94" name="Google Shape;1294;p26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 Screenshot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5" name="Google Shape;1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26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7" name="Google Shape;1297;p26" title="Screenshot 2026-09-20 2034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9000" y="884762"/>
            <a:ext cx="7223325" cy="52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2" name="Google Shape;1302;p27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303" name="Google Shape;1303;p27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304" name="Google Shape;1304;p27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305" name="Google Shape;1305;p27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6" name="Google Shape;1306;p27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7" name="Google Shape;1307;p27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8" name="Google Shape;1308;p27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09" name="Google Shape;1309;p27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0" name="Google Shape;1310;p27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1" name="Google Shape;1311;p27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2" name="Google Shape;1312;p27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3" name="Google Shape;1313;p27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4" name="Google Shape;1314;p27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5" name="Google Shape;1315;p27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6" name="Google Shape;1316;p27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7" name="Google Shape;1317;p27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8" name="Google Shape;1318;p27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9" name="Google Shape;1319;p27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0" name="Google Shape;1320;p27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1" name="Google Shape;1321;p27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2" name="Google Shape;1322;p27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3" name="Google Shape;1323;p27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4" name="Google Shape;1324;p27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5" name="Google Shape;1325;p27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6" name="Google Shape;1326;p27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7" name="Google Shape;1327;p27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8" name="Google Shape;1328;p27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29" name="Google Shape;1329;p27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0" name="Google Shape;1330;p27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1" name="Google Shape;1331;p27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2" name="Google Shape;1332;p27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3" name="Google Shape;1333;p27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4" name="Google Shape;1334;p27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5" name="Google Shape;1335;p27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6" name="Google Shape;1336;p27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7" name="Google Shape;1337;p27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8" name="Google Shape;1338;p27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39" name="Google Shape;1339;p27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340" name="Google Shape;1340;p27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341" name="Google Shape;1341;p27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3" name="Google Shape;1343;p27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4" name="Google Shape;1344;p27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8" name="Google Shape;1348;p27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9" name="Google Shape;1349;p27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0" name="Google Shape;1350;p27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1" name="Google Shape;1351;p27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2" name="Google Shape;1352;p27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3" name="Google Shape;1353;p27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6" name="Google Shape;1356;p27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9" name="Google Shape;1359;p27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0" name="Google Shape;1360;p27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1" name="Google Shape;1361;p27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2" name="Google Shape;1362;p27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3" name="Google Shape;1363;p27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9" name="Google Shape;1369;p27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0" name="Google Shape;1370;p27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4" name="Google Shape;1374;p27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75" name="Google Shape;1375;p27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76" name="Google Shape;1376;p27"/>
          <p:cNvSpPr/>
          <p:nvPr/>
        </p:nvSpPr>
        <p:spPr>
          <a:xfrm>
            <a:off x="0" y="-699"/>
            <a:ext cx="12192000" cy="646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Developed Solution (Strengths &amp; Weaknesses</a:t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7" name="Google Shape;137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" y="34941"/>
            <a:ext cx="1343005" cy="575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27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9" name="Google Shape;1379;p27"/>
          <p:cNvSpPr txBox="1"/>
          <p:nvPr/>
        </p:nvSpPr>
        <p:spPr>
          <a:xfrm>
            <a:off x="29575" y="1405400"/>
            <a:ext cx="54762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LLM processing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Natural-language interaction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 tool selection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Database + web search integration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Transparent activity log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 architecture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7"/>
          <p:cNvSpPr txBox="1"/>
          <p:nvPr/>
        </p:nvSpPr>
        <p:spPr>
          <a:xfrm>
            <a:off x="6608475" y="1405400"/>
            <a:ext cx="54762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Weaknesses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good computing resources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synthetic data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results may be unverified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image/facial recognition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real-world authentication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confirm identity automatically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5" name="Google Shape;1385;p28"/>
          <p:cNvGrpSpPr/>
          <p:nvPr/>
        </p:nvGrpSpPr>
        <p:grpSpPr>
          <a:xfrm>
            <a:off x="4232" y="6382984"/>
            <a:ext cx="12192000" cy="476400"/>
            <a:chOff x="0" y="6381750"/>
            <a:chExt cx="12192000" cy="476400"/>
          </a:xfrm>
        </p:grpSpPr>
        <p:sp>
          <p:nvSpPr>
            <p:cNvPr id="1386" name="Google Shape;1386;p28"/>
            <p:cNvSpPr/>
            <p:nvPr/>
          </p:nvSpPr>
          <p:spPr>
            <a:xfrm>
              <a:off x="0" y="6381750"/>
              <a:ext cx="12192000" cy="476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387" name="Google Shape;1387;p28"/>
            <p:cNvGrpSpPr/>
            <p:nvPr/>
          </p:nvGrpSpPr>
          <p:grpSpPr>
            <a:xfrm>
              <a:off x="160100" y="6467251"/>
              <a:ext cx="4087770" cy="273665"/>
              <a:chOff x="4366684" y="2926127"/>
              <a:chExt cx="3278346" cy="2572038"/>
            </a:xfrm>
          </p:grpSpPr>
          <p:sp>
            <p:nvSpPr>
              <p:cNvPr id="1388" name="Google Shape;1388;p28"/>
              <p:cNvSpPr/>
              <p:nvPr/>
            </p:nvSpPr>
            <p:spPr>
              <a:xfrm>
                <a:off x="4744501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89" name="Google Shape;1389;p28"/>
              <p:cNvSpPr/>
              <p:nvPr/>
            </p:nvSpPr>
            <p:spPr>
              <a:xfrm>
                <a:off x="467662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0" name="Google Shape;1390;p28"/>
              <p:cNvSpPr/>
              <p:nvPr/>
            </p:nvSpPr>
            <p:spPr>
              <a:xfrm>
                <a:off x="5706626" y="2927282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1" name="Google Shape;1391;p28"/>
              <p:cNvSpPr/>
              <p:nvPr/>
            </p:nvSpPr>
            <p:spPr>
              <a:xfrm>
                <a:off x="5022376" y="2926994"/>
                <a:ext cx="75130" cy="2395484"/>
              </a:xfrm>
              <a:custGeom>
                <a:rect b="b" l="l" r="r" t="t"/>
                <a:pathLst>
                  <a:path extrusionOk="0" h="6387957" w="200346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2" name="Google Shape;1392;p28"/>
              <p:cNvSpPr/>
              <p:nvPr/>
            </p:nvSpPr>
            <p:spPr>
              <a:xfrm>
                <a:off x="487782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3" name="Google Shape;1393;p28"/>
              <p:cNvSpPr/>
              <p:nvPr/>
            </p:nvSpPr>
            <p:spPr>
              <a:xfrm>
                <a:off x="4559765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4" name="Google Shape;1394;p28"/>
              <p:cNvSpPr/>
              <p:nvPr/>
            </p:nvSpPr>
            <p:spPr>
              <a:xfrm>
                <a:off x="4433987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5" name="Google Shape;1395;p28"/>
              <p:cNvSpPr/>
              <p:nvPr/>
            </p:nvSpPr>
            <p:spPr>
              <a:xfrm>
                <a:off x="4366684" y="2927282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6" name="Google Shape;1396;p28"/>
              <p:cNvSpPr/>
              <p:nvPr/>
            </p:nvSpPr>
            <p:spPr>
              <a:xfrm>
                <a:off x="5957386" y="2926705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7" name="Google Shape;1397;p28"/>
              <p:cNvSpPr/>
              <p:nvPr/>
            </p:nvSpPr>
            <p:spPr>
              <a:xfrm>
                <a:off x="6024689" y="2926127"/>
                <a:ext cx="37565" cy="2568860"/>
              </a:xfrm>
              <a:custGeom>
                <a:rect b="b" l="l" r="r" t="t"/>
                <a:pathLst>
                  <a:path extrusionOk="0" h="6850294" w="100173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8" name="Google Shape;1398;p28"/>
              <p:cNvSpPr/>
              <p:nvPr/>
            </p:nvSpPr>
            <p:spPr>
              <a:xfrm>
                <a:off x="5890084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99" name="Google Shape;1399;p28"/>
              <p:cNvSpPr/>
              <p:nvPr/>
            </p:nvSpPr>
            <p:spPr>
              <a:xfrm>
                <a:off x="609199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0" name="Google Shape;1400;p28"/>
              <p:cNvSpPr/>
              <p:nvPr/>
            </p:nvSpPr>
            <p:spPr>
              <a:xfrm>
                <a:off x="7139759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1" name="Google Shape;1401;p28"/>
              <p:cNvSpPr/>
              <p:nvPr/>
            </p:nvSpPr>
            <p:spPr>
              <a:xfrm>
                <a:off x="7280788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2" name="Google Shape;1402;p28"/>
              <p:cNvSpPr/>
              <p:nvPr/>
            </p:nvSpPr>
            <p:spPr>
              <a:xfrm>
                <a:off x="7349773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548511" y="2927282"/>
                <a:ext cx="41926" cy="2570883"/>
              </a:xfrm>
              <a:custGeom>
                <a:rect b="b" l="l" r="r" t="t"/>
                <a:pathLst>
                  <a:path extrusionOk="0" h="6855688" w="111804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8524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616134" y="2926994"/>
                <a:ext cx="28896" cy="2568860"/>
              </a:xfrm>
              <a:custGeom>
                <a:rect b="b" l="l" r="r" t="t"/>
                <a:pathLst>
                  <a:path extrusionOk="0" h="6850294" w="77056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6" name="Google Shape;1406;p28"/>
              <p:cNvSpPr/>
              <p:nvPr/>
            </p:nvSpPr>
            <p:spPr>
              <a:xfrm>
                <a:off x="6838507" y="2926994"/>
                <a:ext cx="109805" cy="2395484"/>
              </a:xfrm>
              <a:custGeom>
                <a:rect b="b" l="l" r="r" t="t"/>
                <a:pathLst>
                  <a:path extrusionOk="0" h="6387957" w="292813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7" name="Google Shape;1407;p28"/>
              <p:cNvSpPr/>
              <p:nvPr/>
            </p:nvSpPr>
            <p:spPr>
              <a:xfrm>
                <a:off x="698099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065051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6754449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633491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1" name="Google Shape;1411;p28"/>
              <p:cNvSpPr/>
              <p:nvPr/>
            </p:nvSpPr>
            <p:spPr>
              <a:xfrm>
                <a:off x="6159871" y="2926127"/>
                <a:ext cx="37565" cy="2398373"/>
              </a:xfrm>
              <a:custGeom>
                <a:rect b="b" l="l" r="r" t="t"/>
                <a:pathLst>
                  <a:path extrusionOk="0" h="6395662" w="100173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2" name="Google Shape;1412;p28"/>
              <p:cNvSpPr/>
              <p:nvPr/>
            </p:nvSpPr>
            <p:spPr>
              <a:xfrm>
                <a:off x="6231712" y="2926127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6598401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6680669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6516134" y="2927282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6399205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5237391" y="2926127"/>
                <a:ext cx="144480" cy="2395484"/>
              </a:xfrm>
              <a:custGeom>
                <a:rect b="b" l="l" r="r" t="t"/>
                <a:pathLst>
                  <a:path extrusionOk="0" h="6387957" w="385280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8" name="Google Shape;1418;p28"/>
              <p:cNvSpPr/>
              <p:nvPr/>
            </p:nvSpPr>
            <p:spPr>
              <a:xfrm>
                <a:off x="5123269" y="2926994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19" name="Google Shape;1419;p28"/>
              <p:cNvSpPr/>
              <p:nvPr/>
            </p:nvSpPr>
            <p:spPr>
              <a:xfrm>
                <a:off x="5611343" y="2927282"/>
                <a:ext cx="72240" cy="2395484"/>
              </a:xfrm>
              <a:custGeom>
                <a:rect b="b" l="l" r="r" t="t"/>
                <a:pathLst>
                  <a:path extrusionOk="0" h="6387957" w="192640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0" name="Google Shape;1420;p28"/>
              <p:cNvSpPr/>
              <p:nvPr/>
            </p:nvSpPr>
            <p:spPr>
              <a:xfrm>
                <a:off x="5407259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1" name="Google Shape;1421;p28"/>
              <p:cNvSpPr/>
              <p:nvPr/>
            </p:nvSpPr>
            <p:spPr>
              <a:xfrm>
                <a:off x="5470252" y="2926994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422" name="Google Shape;1422;p28"/>
              <p:cNvSpPr/>
              <p:nvPr/>
            </p:nvSpPr>
            <p:spPr>
              <a:xfrm>
                <a:off x="5533244" y="2926127"/>
                <a:ext cx="37565" cy="2395484"/>
              </a:xfrm>
              <a:custGeom>
                <a:rect b="b" l="l" r="r" t="t"/>
                <a:pathLst>
                  <a:path extrusionOk="0" h="6387957" w="100173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423" name="Google Shape;1423;p28"/>
          <p:cNvGrpSpPr/>
          <p:nvPr/>
        </p:nvGrpSpPr>
        <p:grpSpPr>
          <a:xfrm>
            <a:off x="166359" y="6490656"/>
            <a:ext cx="4247753" cy="273665"/>
            <a:chOff x="4366684" y="2926127"/>
            <a:chExt cx="3278346" cy="2572038"/>
          </a:xfrm>
        </p:grpSpPr>
        <p:sp>
          <p:nvSpPr>
            <p:cNvPr id="1424" name="Google Shape;1424;p28"/>
            <p:cNvSpPr/>
            <p:nvPr/>
          </p:nvSpPr>
          <p:spPr>
            <a:xfrm>
              <a:off x="4744501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5" name="Google Shape;1425;p28"/>
            <p:cNvSpPr/>
            <p:nvPr/>
          </p:nvSpPr>
          <p:spPr>
            <a:xfrm>
              <a:off x="467662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6" name="Google Shape;1426;p28"/>
            <p:cNvSpPr/>
            <p:nvPr/>
          </p:nvSpPr>
          <p:spPr>
            <a:xfrm>
              <a:off x="5706626" y="2927282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7" name="Google Shape;1427;p28"/>
            <p:cNvSpPr/>
            <p:nvPr/>
          </p:nvSpPr>
          <p:spPr>
            <a:xfrm>
              <a:off x="5022376" y="2926994"/>
              <a:ext cx="75130" cy="2395484"/>
            </a:xfrm>
            <a:custGeom>
              <a:rect b="b" l="l" r="r" t="t"/>
              <a:pathLst>
                <a:path extrusionOk="0" h="6387957" w="200346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8" name="Google Shape;1428;p28"/>
            <p:cNvSpPr/>
            <p:nvPr/>
          </p:nvSpPr>
          <p:spPr>
            <a:xfrm>
              <a:off x="487782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9" name="Google Shape;1429;p28"/>
            <p:cNvSpPr/>
            <p:nvPr/>
          </p:nvSpPr>
          <p:spPr>
            <a:xfrm>
              <a:off x="4559765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0" name="Google Shape;1430;p28"/>
            <p:cNvSpPr/>
            <p:nvPr/>
          </p:nvSpPr>
          <p:spPr>
            <a:xfrm>
              <a:off x="4433987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1" name="Google Shape;1431;p28"/>
            <p:cNvSpPr/>
            <p:nvPr/>
          </p:nvSpPr>
          <p:spPr>
            <a:xfrm>
              <a:off x="4366684" y="2927282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2" name="Google Shape;1432;p28"/>
            <p:cNvSpPr/>
            <p:nvPr/>
          </p:nvSpPr>
          <p:spPr>
            <a:xfrm>
              <a:off x="5957386" y="2926705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3" name="Google Shape;1433;p28"/>
            <p:cNvSpPr/>
            <p:nvPr/>
          </p:nvSpPr>
          <p:spPr>
            <a:xfrm>
              <a:off x="6024689" y="2926127"/>
              <a:ext cx="37565" cy="2568860"/>
            </a:xfrm>
            <a:custGeom>
              <a:rect b="b" l="l" r="r" t="t"/>
              <a:pathLst>
                <a:path extrusionOk="0" h="6850294" w="100173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4" name="Google Shape;1434;p28"/>
            <p:cNvSpPr/>
            <p:nvPr/>
          </p:nvSpPr>
          <p:spPr>
            <a:xfrm>
              <a:off x="5890084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5" name="Google Shape;1435;p28"/>
            <p:cNvSpPr/>
            <p:nvPr/>
          </p:nvSpPr>
          <p:spPr>
            <a:xfrm>
              <a:off x="609199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6" name="Google Shape;1436;p28"/>
            <p:cNvSpPr/>
            <p:nvPr/>
          </p:nvSpPr>
          <p:spPr>
            <a:xfrm>
              <a:off x="7139759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7" name="Google Shape;1437;p28"/>
            <p:cNvSpPr/>
            <p:nvPr/>
          </p:nvSpPr>
          <p:spPr>
            <a:xfrm>
              <a:off x="7280788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8" name="Google Shape;1438;p28"/>
            <p:cNvSpPr/>
            <p:nvPr/>
          </p:nvSpPr>
          <p:spPr>
            <a:xfrm>
              <a:off x="7349773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39" name="Google Shape;1439;p28"/>
            <p:cNvSpPr/>
            <p:nvPr/>
          </p:nvSpPr>
          <p:spPr>
            <a:xfrm>
              <a:off x="7548511" y="2927282"/>
              <a:ext cx="41926" cy="2570883"/>
            </a:xfrm>
            <a:custGeom>
              <a:rect b="b" l="l" r="r" t="t"/>
              <a:pathLst>
                <a:path extrusionOk="0" h="6855688" w="111804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0" name="Google Shape;1440;p28"/>
            <p:cNvSpPr/>
            <p:nvPr/>
          </p:nvSpPr>
          <p:spPr>
            <a:xfrm>
              <a:off x="748524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1" name="Google Shape;1441;p28"/>
            <p:cNvSpPr/>
            <p:nvPr/>
          </p:nvSpPr>
          <p:spPr>
            <a:xfrm>
              <a:off x="7616134" y="2926994"/>
              <a:ext cx="28896" cy="2568860"/>
            </a:xfrm>
            <a:custGeom>
              <a:rect b="b" l="l" r="r" t="t"/>
              <a:pathLst>
                <a:path extrusionOk="0" h="6850294" w="77056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2" name="Google Shape;1442;p28"/>
            <p:cNvSpPr/>
            <p:nvPr/>
          </p:nvSpPr>
          <p:spPr>
            <a:xfrm>
              <a:off x="6838507" y="2926994"/>
              <a:ext cx="109805" cy="2395484"/>
            </a:xfrm>
            <a:custGeom>
              <a:rect b="b" l="l" r="r" t="t"/>
              <a:pathLst>
                <a:path extrusionOk="0" h="6387957" w="292813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3" name="Google Shape;1443;p28"/>
            <p:cNvSpPr/>
            <p:nvPr/>
          </p:nvSpPr>
          <p:spPr>
            <a:xfrm>
              <a:off x="698099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4" name="Google Shape;1444;p28"/>
            <p:cNvSpPr/>
            <p:nvPr/>
          </p:nvSpPr>
          <p:spPr>
            <a:xfrm>
              <a:off x="7065051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5" name="Google Shape;1445;p28"/>
            <p:cNvSpPr/>
            <p:nvPr/>
          </p:nvSpPr>
          <p:spPr>
            <a:xfrm>
              <a:off x="6754449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6" name="Google Shape;1446;p28"/>
            <p:cNvSpPr/>
            <p:nvPr/>
          </p:nvSpPr>
          <p:spPr>
            <a:xfrm>
              <a:off x="633491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7" name="Google Shape;1447;p28"/>
            <p:cNvSpPr/>
            <p:nvPr/>
          </p:nvSpPr>
          <p:spPr>
            <a:xfrm>
              <a:off x="6159871" y="2926127"/>
              <a:ext cx="37565" cy="2398373"/>
            </a:xfrm>
            <a:custGeom>
              <a:rect b="b" l="l" r="r" t="t"/>
              <a:pathLst>
                <a:path extrusionOk="0" h="6395662" w="100173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8" name="Google Shape;1448;p28"/>
            <p:cNvSpPr/>
            <p:nvPr/>
          </p:nvSpPr>
          <p:spPr>
            <a:xfrm>
              <a:off x="6231712" y="2926127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9" name="Google Shape;1449;p28"/>
            <p:cNvSpPr/>
            <p:nvPr/>
          </p:nvSpPr>
          <p:spPr>
            <a:xfrm>
              <a:off x="6598401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0" name="Google Shape;1450;p28"/>
            <p:cNvSpPr/>
            <p:nvPr/>
          </p:nvSpPr>
          <p:spPr>
            <a:xfrm>
              <a:off x="6680669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1" name="Google Shape;1451;p28"/>
            <p:cNvSpPr/>
            <p:nvPr/>
          </p:nvSpPr>
          <p:spPr>
            <a:xfrm>
              <a:off x="6516134" y="2927282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2" name="Google Shape;1452;p28"/>
            <p:cNvSpPr/>
            <p:nvPr/>
          </p:nvSpPr>
          <p:spPr>
            <a:xfrm>
              <a:off x="6399205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3" name="Google Shape;1453;p28"/>
            <p:cNvSpPr/>
            <p:nvPr/>
          </p:nvSpPr>
          <p:spPr>
            <a:xfrm>
              <a:off x="5237391" y="2926127"/>
              <a:ext cx="144480" cy="2395484"/>
            </a:xfrm>
            <a:custGeom>
              <a:rect b="b" l="l" r="r" t="t"/>
              <a:pathLst>
                <a:path extrusionOk="0" h="6387957" w="385280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4" name="Google Shape;1454;p28"/>
            <p:cNvSpPr/>
            <p:nvPr/>
          </p:nvSpPr>
          <p:spPr>
            <a:xfrm>
              <a:off x="5123269" y="2926994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5" name="Google Shape;1455;p28"/>
            <p:cNvSpPr/>
            <p:nvPr/>
          </p:nvSpPr>
          <p:spPr>
            <a:xfrm>
              <a:off x="5611343" y="2927282"/>
              <a:ext cx="72240" cy="2395484"/>
            </a:xfrm>
            <a:custGeom>
              <a:rect b="b" l="l" r="r" t="t"/>
              <a:pathLst>
                <a:path extrusionOk="0" h="6387957" w="192640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6" name="Google Shape;1456;p28"/>
            <p:cNvSpPr/>
            <p:nvPr/>
          </p:nvSpPr>
          <p:spPr>
            <a:xfrm>
              <a:off x="5407259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7" name="Google Shape;1457;p28"/>
            <p:cNvSpPr/>
            <p:nvPr/>
          </p:nvSpPr>
          <p:spPr>
            <a:xfrm>
              <a:off x="5470252" y="2926994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8" name="Google Shape;1458;p28"/>
            <p:cNvSpPr/>
            <p:nvPr/>
          </p:nvSpPr>
          <p:spPr>
            <a:xfrm>
              <a:off x="5533244" y="2926127"/>
              <a:ext cx="37565" cy="2395484"/>
            </a:xfrm>
            <a:custGeom>
              <a:rect b="b" l="l" r="r" t="t"/>
              <a:pathLst>
                <a:path extrusionOk="0" h="6387957" w="100173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59" name="Google Shape;1459;p28"/>
          <p:cNvSpPr/>
          <p:nvPr/>
        </p:nvSpPr>
        <p:spPr>
          <a:xfrm>
            <a:off x="85525" y="2516223"/>
            <a:ext cx="11835300" cy="2067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9400">
                <a:solidFill>
                  <a:srgbClr val="0000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94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0" name="Google Shape;1460;p28"/>
          <p:cNvSpPr txBox="1"/>
          <p:nvPr>
            <p:ph idx="12" type="sldNum"/>
          </p:nvPr>
        </p:nvSpPr>
        <p:spPr>
          <a:xfrm>
            <a:off x="9258300" y="64452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